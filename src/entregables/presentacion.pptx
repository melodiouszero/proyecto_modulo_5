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9753600" cx="13004800"/>
  <p:notesSz cx="6858000" cy="9144000"/>
  <p:embeddedFontLst>
    <p:embeddedFont>
      <p:font typeface="Poppins"/>
      <p:regular r:id="rId32"/>
      <p:bold r:id="rId33"/>
      <p:italic r:id="rId34"/>
      <p:boldItalic r:id="rId35"/>
    </p:embeddedFont>
    <p:embeddedFont>
      <p:font typeface="Poppins Black"/>
      <p:bold r:id="rId36"/>
      <p:boldItalic r:id="rId37"/>
    </p:embeddedFont>
    <p:embeddedFont>
      <p:font typeface="Helvetica Neue"/>
      <p:regular r:id="rId38"/>
      <p:bold r:id="rId39"/>
      <p:italic r:id="rId40"/>
      <p:boldItalic r:id="rId41"/>
    </p:embeddedFont>
    <p:embeddedFont>
      <p:font typeface="Helvetica Neue Light"/>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DBC303-7B5E-4847-8DD5-76C6B37BCCA6}">
  <a:tblStyle styleId="{F4DBC303-7B5E-4847-8DD5-76C6B37BCCA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5.xml"/><Relationship Id="rId42" Type="http://schemas.openxmlformats.org/officeDocument/2006/relationships/font" Target="fonts/HelveticaNeueLight-regular.fntdata"/><Relationship Id="rId41" Type="http://schemas.openxmlformats.org/officeDocument/2006/relationships/font" Target="fonts/HelveticaNeue-boldItalic.fntdata"/><Relationship Id="rId22" Type="http://schemas.openxmlformats.org/officeDocument/2006/relationships/slide" Target="slides/slide17.xml"/><Relationship Id="rId44" Type="http://schemas.openxmlformats.org/officeDocument/2006/relationships/font" Target="fonts/HelveticaNeueLight-italic.fntdata"/><Relationship Id="rId21" Type="http://schemas.openxmlformats.org/officeDocument/2006/relationships/slide" Target="slides/slide16.xml"/><Relationship Id="rId43" Type="http://schemas.openxmlformats.org/officeDocument/2006/relationships/font" Target="fonts/HelveticaNeueLight-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HelveticaNeueLigh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oppins-bold.fntdata"/><Relationship Id="rId10" Type="http://schemas.openxmlformats.org/officeDocument/2006/relationships/slide" Target="slides/slide5.xml"/><Relationship Id="rId32" Type="http://schemas.openxmlformats.org/officeDocument/2006/relationships/font" Target="fonts/Poppins-regular.fntdata"/><Relationship Id="rId13" Type="http://schemas.openxmlformats.org/officeDocument/2006/relationships/slide" Target="slides/slide8.xml"/><Relationship Id="rId35" Type="http://schemas.openxmlformats.org/officeDocument/2006/relationships/font" Target="fonts/Poppins-boldItalic.fntdata"/><Relationship Id="rId12" Type="http://schemas.openxmlformats.org/officeDocument/2006/relationships/slide" Target="slides/slide7.xml"/><Relationship Id="rId34" Type="http://schemas.openxmlformats.org/officeDocument/2006/relationships/font" Target="fonts/Poppins-italic.fntdata"/><Relationship Id="rId15" Type="http://schemas.openxmlformats.org/officeDocument/2006/relationships/slide" Target="slides/slide10.xml"/><Relationship Id="rId37" Type="http://schemas.openxmlformats.org/officeDocument/2006/relationships/font" Target="fonts/PoppinsBlack-boldItalic.fntdata"/><Relationship Id="rId14" Type="http://schemas.openxmlformats.org/officeDocument/2006/relationships/slide" Target="slides/slide9.xml"/><Relationship Id="rId36" Type="http://schemas.openxmlformats.org/officeDocument/2006/relationships/font" Target="fonts/PoppinsBlack-bold.fntdata"/><Relationship Id="rId17" Type="http://schemas.openxmlformats.org/officeDocument/2006/relationships/slide" Target="slides/slide12.xml"/><Relationship Id="rId39" Type="http://schemas.openxmlformats.org/officeDocument/2006/relationships/font" Target="fonts/HelveticaNeue-bold.fntdata"/><Relationship Id="rId16" Type="http://schemas.openxmlformats.org/officeDocument/2006/relationships/slide" Target="slides/slide11.xml"/><Relationship Id="rId38" Type="http://schemas.openxmlformats.org/officeDocument/2006/relationships/font" Target="fonts/HelveticaNeue-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ebec598a5_0_238:notes"/>
          <p:cNvSpPr/>
          <p:nvPr>
            <p:ph idx="2" type="sldImg"/>
          </p:nvPr>
        </p:nvSpPr>
        <p:spPr>
          <a:xfrm>
            <a:off x="1371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g3eebec598a5_0_23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g3eebec598a5_0_23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ebec598a5_0_265:notes"/>
          <p:cNvSpPr/>
          <p:nvPr>
            <p:ph idx="2" type="sldImg"/>
          </p:nvPr>
        </p:nvSpPr>
        <p:spPr>
          <a:xfrm>
            <a:off x="1371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g3eebec598a5_0_26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eebec598a5_0_26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ebec598a5_0_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ebec598a5_0_9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ebec598a5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ebec598a5_0_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ebec598a5_0_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ebec598a5_0_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ebec598a5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ebec598a5_0_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ebec598a5_0_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eebec598a5_0_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ebec598a5_0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ebec598a5_0_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ebec598a5_0_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ebec598a5_0_8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ebec598a5_0_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eebec598a5_0_10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eebec598a5_0_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eebec598a5_0_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ebec598a5_0_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eebec598a5_0_1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ebec598a5_0_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eebec598a5_0_1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ebec598a5_0_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ebec598a5_0_1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ebec598a5_0_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eebec598a5_0_1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ebec598a5_0_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eebec598a5_0_1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eebec598a5_0_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eebec598a5_0_1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eebec598a5_0_1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eebec598a5_0_1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ebec598a5_0_1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eebec598a5_0_18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ebec598a5_0_1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eebec598a5_0_1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ebec598a5_0_1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eebec598a5_0_19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ebec598a5_0_198:notes"/>
          <p:cNvSpPr/>
          <p:nvPr>
            <p:ph idx="2" type="sldImg"/>
          </p:nvPr>
        </p:nvSpPr>
        <p:spPr>
          <a:xfrm>
            <a:off x="1371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eebec598a5_0_19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3eebec598a5_0_19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ebec598a5_0_3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eebec598a5_0_3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eebec598a5_0_4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eebec598a5_0_40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eebec598a5_0_4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eebec598a5_0_4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subtítulo" showMasterSp="0"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1270000" y="1638300"/>
            <a:ext cx="10464800" cy="33020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1F4B69"/>
              </a:buClr>
              <a:buSzPts val="8000"/>
              <a:buFont typeface="Helvetica Neue"/>
              <a:buNone/>
              <a:defRPr>
                <a:solidFill>
                  <a:srgbClr val="1F4B69"/>
                </a:solidFill>
              </a:defRPr>
            </a:lvl1pPr>
            <a:lvl2pPr lvl="1" algn="ctr">
              <a:lnSpc>
                <a:spcPct val="100000"/>
              </a:lnSpc>
              <a:spcBef>
                <a:spcPts val="0"/>
              </a:spcBef>
              <a:spcAft>
                <a:spcPts val="0"/>
              </a:spcAft>
              <a:buClr>
                <a:srgbClr val="214C68"/>
              </a:buClr>
              <a:buSzPts val="1800"/>
              <a:buNone/>
              <a:defRPr/>
            </a:lvl2pPr>
            <a:lvl3pPr lvl="2" algn="ctr">
              <a:lnSpc>
                <a:spcPct val="100000"/>
              </a:lnSpc>
              <a:spcBef>
                <a:spcPts val="0"/>
              </a:spcBef>
              <a:spcAft>
                <a:spcPts val="0"/>
              </a:spcAft>
              <a:buClr>
                <a:srgbClr val="214C68"/>
              </a:buClr>
              <a:buSzPts val="1800"/>
              <a:buNone/>
              <a:defRPr/>
            </a:lvl3pPr>
            <a:lvl4pPr lvl="3" algn="ctr">
              <a:lnSpc>
                <a:spcPct val="100000"/>
              </a:lnSpc>
              <a:spcBef>
                <a:spcPts val="0"/>
              </a:spcBef>
              <a:spcAft>
                <a:spcPts val="0"/>
              </a:spcAft>
              <a:buClr>
                <a:srgbClr val="214C68"/>
              </a:buClr>
              <a:buSzPts val="1800"/>
              <a:buNone/>
              <a:defRPr/>
            </a:lvl4pPr>
            <a:lvl5pPr lvl="4" algn="ctr">
              <a:lnSpc>
                <a:spcPct val="100000"/>
              </a:lnSpc>
              <a:spcBef>
                <a:spcPts val="0"/>
              </a:spcBef>
              <a:spcAft>
                <a:spcPts val="0"/>
              </a:spcAft>
              <a:buClr>
                <a:srgbClr val="214C68"/>
              </a:buClr>
              <a:buSzPts val="1800"/>
              <a:buNone/>
              <a:defRPr/>
            </a:lvl5pPr>
            <a:lvl6pPr lvl="5" algn="ctr">
              <a:lnSpc>
                <a:spcPct val="100000"/>
              </a:lnSpc>
              <a:spcBef>
                <a:spcPts val="0"/>
              </a:spcBef>
              <a:spcAft>
                <a:spcPts val="0"/>
              </a:spcAft>
              <a:buClr>
                <a:srgbClr val="214C68"/>
              </a:buClr>
              <a:buSzPts val="1800"/>
              <a:buNone/>
              <a:defRPr/>
            </a:lvl6pPr>
            <a:lvl7pPr lvl="6" algn="ctr">
              <a:lnSpc>
                <a:spcPct val="100000"/>
              </a:lnSpc>
              <a:spcBef>
                <a:spcPts val="0"/>
              </a:spcBef>
              <a:spcAft>
                <a:spcPts val="0"/>
              </a:spcAft>
              <a:buClr>
                <a:srgbClr val="214C68"/>
              </a:buClr>
              <a:buSzPts val="1800"/>
              <a:buNone/>
              <a:defRPr/>
            </a:lvl7pPr>
            <a:lvl8pPr lvl="7" algn="ctr">
              <a:lnSpc>
                <a:spcPct val="100000"/>
              </a:lnSpc>
              <a:spcBef>
                <a:spcPts val="0"/>
              </a:spcBef>
              <a:spcAft>
                <a:spcPts val="0"/>
              </a:spcAft>
              <a:buClr>
                <a:srgbClr val="214C68"/>
              </a:buClr>
              <a:buSzPts val="1800"/>
              <a:buNone/>
              <a:defRPr/>
            </a:lvl8pPr>
            <a:lvl9pPr lvl="8" algn="ctr">
              <a:lnSpc>
                <a:spcPct val="100000"/>
              </a:lnSpc>
              <a:spcBef>
                <a:spcPts val="0"/>
              </a:spcBef>
              <a:spcAft>
                <a:spcPts val="0"/>
              </a:spcAft>
              <a:buClr>
                <a:srgbClr val="214C68"/>
              </a:buClr>
              <a:buSzPts val="1800"/>
              <a:buNone/>
              <a:defRPr/>
            </a:lvl9pPr>
          </a:lstStyle>
          <a:p/>
        </p:txBody>
      </p:sp>
      <p:sp>
        <p:nvSpPr>
          <p:cNvPr id="11" name="Google Shape;11;p2"/>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pic>
        <p:nvPicPr>
          <p:cNvPr id="12" name="Google Shape;12;p2" title="Cintillo-FC2025_para_logos.png"/>
          <p:cNvPicPr preferRelativeResize="0"/>
          <p:nvPr/>
        </p:nvPicPr>
        <p:blipFill rotWithShape="1">
          <a:blip r:embed="rId2">
            <a:alphaModFix/>
          </a:blip>
          <a:srcRect b="0" l="0" r="0" t="0"/>
          <a:stretch/>
        </p:blipFill>
        <p:spPr>
          <a:xfrm>
            <a:off x="0" y="8756659"/>
            <a:ext cx="13004800" cy="9969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p:cSld name="En blanco">
    <p:spTree>
      <p:nvGrpSpPr>
        <p:cNvPr id="13" name="Shape 13"/>
        <p:cNvGrpSpPr/>
        <p:nvPr/>
      </p:nvGrpSpPr>
      <p:grpSpPr>
        <a:xfrm>
          <a:off x="0" y="0"/>
          <a:ext cx="0" cy="0"/>
          <a:chOff x="0" y="0"/>
          <a:chExt cx="0" cy="0"/>
        </a:xfrm>
      </p:grpSpPr>
      <p:sp>
        <p:nvSpPr>
          <p:cNvPr id="14" name="Google Shape;14;p3"/>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horizontal)" type="tx">
  <p:cSld name="TITLE_AND_BODY">
    <p:spTree>
      <p:nvGrpSpPr>
        <p:cNvPr id="15" name="Shape 15"/>
        <p:cNvGrpSpPr/>
        <p:nvPr/>
      </p:nvGrpSpPr>
      <p:grpSpPr>
        <a:xfrm>
          <a:off x="0" y="0"/>
          <a:ext cx="0" cy="0"/>
          <a:chOff x="0" y="0"/>
          <a:chExt cx="0" cy="0"/>
        </a:xfrm>
      </p:grpSpPr>
      <p:sp>
        <p:nvSpPr>
          <p:cNvPr id="16" name="Google Shape;16;p4"/>
          <p:cNvSpPr/>
          <p:nvPr>
            <p:ph idx="2" type="pic"/>
          </p:nvPr>
        </p:nvSpPr>
        <p:spPr>
          <a:xfrm>
            <a:off x="1623874" y="-41101"/>
            <a:ext cx="9753603" cy="6505789"/>
          </a:xfrm>
          <a:prstGeom prst="rect">
            <a:avLst/>
          </a:prstGeom>
          <a:noFill/>
          <a:ln>
            <a:noFill/>
          </a:ln>
        </p:spPr>
      </p:sp>
      <p:sp>
        <p:nvSpPr>
          <p:cNvPr id="17" name="Google Shape;17;p4"/>
          <p:cNvSpPr txBox="1"/>
          <p:nvPr>
            <p:ph type="title"/>
          </p:nvPr>
        </p:nvSpPr>
        <p:spPr>
          <a:xfrm>
            <a:off x="1079500" y="6235700"/>
            <a:ext cx="10464800" cy="14224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204C68"/>
              </a:buClr>
              <a:buSzPts val="8000"/>
              <a:buFont typeface="Helvetica Neue"/>
              <a:buNone/>
              <a:defRPr b="1">
                <a:solidFill>
                  <a:srgbClr val="204C68"/>
                </a:solidFill>
                <a:latin typeface="Helvetica Neue"/>
                <a:ea typeface="Helvetica Neue"/>
                <a:cs typeface="Helvetica Neue"/>
                <a:sym typeface="Helvetica Neue"/>
              </a:defRPr>
            </a:lvl1pPr>
            <a:lvl2pPr lvl="1" algn="ctr">
              <a:lnSpc>
                <a:spcPct val="100000"/>
              </a:lnSpc>
              <a:spcBef>
                <a:spcPts val="0"/>
              </a:spcBef>
              <a:spcAft>
                <a:spcPts val="0"/>
              </a:spcAft>
              <a:buClr>
                <a:srgbClr val="214C68"/>
              </a:buClr>
              <a:buSzPts val="1800"/>
              <a:buNone/>
              <a:defRPr/>
            </a:lvl2pPr>
            <a:lvl3pPr lvl="2" algn="ctr">
              <a:lnSpc>
                <a:spcPct val="100000"/>
              </a:lnSpc>
              <a:spcBef>
                <a:spcPts val="0"/>
              </a:spcBef>
              <a:spcAft>
                <a:spcPts val="0"/>
              </a:spcAft>
              <a:buClr>
                <a:srgbClr val="214C68"/>
              </a:buClr>
              <a:buSzPts val="1800"/>
              <a:buNone/>
              <a:defRPr/>
            </a:lvl3pPr>
            <a:lvl4pPr lvl="3" algn="ctr">
              <a:lnSpc>
                <a:spcPct val="100000"/>
              </a:lnSpc>
              <a:spcBef>
                <a:spcPts val="0"/>
              </a:spcBef>
              <a:spcAft>
                <a:spcPts val="0"/>
              </a:spcAft>
              <a:buClr>
                <a:srgbClr val="214C68"/>
              </a:buClr>
              <a:buSzPts val="1800"/>
              <a:buNone/>
              <a:defRPr/>
            </a:lvl4pPr>
            <a:lvl5pPr lvl="4" algn="ctr">
              <a:lnSpc>
                <a:spcPct val="100000"/>
              </a:lnSpc>
              <a:spcBef>
                <a:spcPts val="0"/>
              </a:spcBef>
              <a:spcAft>
                <a:spcPts val="0"/>
              </a:spcAft>
              <a:buClr>
                <a:srgbClr val="214C68"/>
              </a:buClr>
              <a:buSzPts val="1800"/>
              <a:buNone/>
              <a:defRPr/>
            </a:lvl5pPr>
            <a:lvl6pPr lvl="5" algn="ctr">
              <a:lnSpc>
                <a:spcPct val="100000"/>
              </a:lnSpc>
              <a:spcBef>
                <a:spcPts val="0"/>
              </a:spcBef>
              <a:spcAft>
                <a:spcPts val="0"/>
              </a:spcAft>
              <a:buClr>
                <a:srgbClr val="214C68"/>
              </a:buClr>
              <a:buSzPts val="1800"/>
              <a:buNone/>
              <a:defRPr/>
            </a:lvl6pPr>
            <a:lvl7pPr lvl="6" algn="ctr">
              <a:lnSpc>
                <a:spcPct val="100000"/>
              </a:lnSpc>
              <a:spcBef>
                <a:spcPts val="0"/>
              </a:spcBef>
              <a:spcAft>
                <a:spcPts val="0"/>
              </a:spcAft>
              <a:buClr>
                <a:srgbClr val="214C68"/>
              </a:buClr>
              <a:buSzPts val="1800"/>
              <a:buNone/>
              <a:defRPr/>
            </a:lvl7pPr>
            <a:lvl8pPr lvl="7" algn="ctr">
              <a:lnSpc>
                <a:spcPct val="100000"/>
              </a:lnSpc>
              <a:spcBef>
                <a:spcPts val="0"/>
              </a:spcBef>
              <a:spcAft>
                <a:spcPts val="0"/>
              </a:spcAft>
              <a:buClr>
                <a:srgbClr val="214C68"/>
              </a:buClr>
              <a:buSzPts val="1800"/>
              <a:buNone/>
              <a:defRPr/>
            </a:lvl8pPr>
            <a:lvl9pPr lvl="8" algn="ctr">
              <a:lnSpc>
                <a:spcPct val="100000"/>
              </a:lnSpc>
              <a:spcBef>
                <a:spcPts val="0"/>
              </a:spcBef>
              <a:spcAft>
                <a:spcPts val="0"/>
              </a:spcAft>
              <a:buClr>
                <a:srgbClr val="214C68"/>
              </a:buClr>
              <a:buSzPts val="1800"/>
              <a:buNone/>
              <a:defRPr/>
            </a:lvl9pPr>
          </a:lstStyle>
          <a:p/>
        </p:txBody>
      </p:sp>
      <p:sp>
        <p:nvSpPr>
          <p:cNvPr id="18" name="Google Shape;18;p4"/>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vertical)">
  <p:cSld name="Foto (vertical)">
    <p:spTree>
      <p:nvGrpSpPr>
        <p:cNvPr id="19" name="Shape 19"/>
        <p:cNvGrpSpPr/>
        <p:nvPr/>
      </p:nvGrpSpPr>
      <p:grpSpPr>
        <a:xfrm>
          <a:off x="0" y="0"/>
          <a:ext cx="0" cy="0"/>
          <a:chOff x="0" y="0"/>
          <a:chExt cx="0" cy="0"/>
        </a:xfrm>
      </p:grpSpPr>
      <p:sp>
        <p:nvSpPr>
          <p:cNvPr id="20" name="Google Shape;20;p5"/>
          <p:cNvSpPr txBox="1"/>
          <p:nvPr>
            <p:ph type="title"/>
          </p:nvPr>
        </p:nvSpPr>
        <p:spPr>
          <a:xfrm>
            <a:off x="-125300" y="668050"/>
            <a:ext cx="10449000" cy="2146500"/>
          </a:xfrm>
          <a:prstGeom prst="rect">
            <a:avLst/>
          </a:prstGeom>
          <a:noFill/>
          <a:ln>
            <a:noFill/>
          </a:ln>
        </p:spPr>
        <p:txBody>
          <a:bodyPr anchorCtr="0" anchor="b" bIns="50800" lIns="50800" spcFirstLastPara="1" rIns="50800" wrap="square" tIns="50800">
            <a:normAutofit/>
          </a:bodyPr>
          <a:lstStyle>
            <a:lvl1pPr lvl="0" algn="l">
              <a:lnSpc>
                <a:spcPct val="100000"/>
              </a:lnSpc>
              <a:spcBef>
                <a:spcPts val="0"/>
              </a:spcBef>
              <a:spcAft>
                <a:spcPts val="0"/>
              </a:spcAft>
              <a:buClr>
                <a:srgbClr val="204C68"/>
              </a:buClr>
              <a:buSzPts val="6000"/>
              <a:buFont typeface="Helvetica Neue"/>
              <a:buNone/>
              <a:defRPr sz="6000">
                <a:solidFill>
                  <a:srgbClr val="204C68"/>
                </a:solidFill>
              </a:defRPr>
            </a:lvl1pPr>
            <a:lvl2pPr lvl="1" algn="ctr">
              <a:lnSpc>
                <a:spcPct val="100000"/>
              </a:lnSpc>
              <a:spcBef>
                <a:spcPts val="0"/>
              </a:spcBef>
              <a:spcAft>
                <a:spcPts val="0"/>
              </a:spcAft>
              <a:buClr>
                <a:srgbClr val="214C68"/>
              </a:buClr>
              <a:buSzPts val="1800"/>
              <a:buNone/>
              <a:defRPr/>
            </a:lvl2pPr>
            <a:lvl3pPr lvl="2" algn="ctr">
              <a:lnSpc>
                <a:spcPct val="100000"/>
              </a:lnSpc>
              <a:spcBef>
                <a:spcPts val="0"/>
              </a:spcBef>
              <a:spcAft>
                <a:spcPts val="0"/>
              </a:spcAft>
              <a:buClr>
                <a:srgbClr val="214C68"/>
              </a:buClr>
              <a:buSzPts val="1800"/>
              <a:buNone/>
              <a:defRPr/>
            </a:lvl3pPr>
            <a:lvl4pPr lvl="3" algn="ctr">
              <a:lnSpc>
                <a:spcPct val="100000"/>
              </a:lnSpc>
              <a:spcBef>
                <a:spcPts val="0"/>
              </a:spcBef>
              <a:spcAft>
                <a:spcPts val="0"/>
              </a:spcAft>
              <a:buClr>
                <a:srgbClr val="214C68"/>
              </a:buClr>
              <a:buSzPts val="1800"/>
              <a:buNone/>
              <a:defRPr/>
            </a:lvl4pPr>
            <a:lvl5pPr lvl="4" algn="ctr">
              <a:lnSpc>
                <a:spcPct val="100000"/>
              </a:lnSpc>
              <a:spcBef>
                <a:spcPts val="0"/>
              </a:spcBef>
              <a:spcAft>
                <a:spcPts val="0"/>
              </a:spcAft>
              <a:buClr>
                <a:srgbClr val="214C68"/>
              </a:buClr>
              <a:buSzPts val="1800"/>
              <a:buNone/>
              <a:defRPr/>
            </a:lvl5pPr>
            <a:lvl6pPr lvl="5" algn="ctr">
              <a:lnSpc>
                <a:spcPct val="100000"/>
              </a:lnSpc>
              <a:spcBef>
                <a:spcPts val="0"/>
              </a:spcBef>
              <a:spcAft>
                <a:spcPts val="0"/>
              </a:spcAft>
              <a:buClr>
                <a:srgbClr val="214C68"/>
              </a:buClr>
              <a:buSzPts val="1800"/>
              <a:buNone/>
              <a:defRPr/>
            </a:lvl6pPr>
            <a:lvl7pPr lvl="6" algn="ctr">
              <a:lnSpc>
                <a:spcPct val="100000"/>
              </a:lnSpc>
              <a:spcBef>
                <a:spcPts val="0"/>
              </a:spcBef>
              <a:spcAft>
                <a:spcPts val="0"/>
              </a:spcAft>
              <a:buClr>
                <a:srgbClr val="214C68"/>
              </a:buClr>
              <a:buSzPts val="1800"/>
              <a:buNone/>
              <a:defRPr/>
            </a:lvl7pPr>
            <a:lvl8pPr lvl="7" algn="ctr">
              <a:lnSpc>
                <a:spcPct val="100000"/>
              </a:lnSpc>
              <a:spcBef>
                <a:spcPts val="0"/>
              </a:spcBef>
              <a:spcAft>
                <a:spcPts val="0"/>
              </a:spcAft>
              <a:buClr>
                <a:srgbClr val="214C68"/>
              </a:buClr>
              <a:buSzPts val="1800"/>
              <a:buNone/>
              <a:defRPr/>
            </a:lvl8pPr>
            <a:lvl9pPr lvl="8" algn="ctr">
              <a:lnSpc>
                <a:spcPct val="100000"/>
              </a:lnSpc>
              <a:spcBef>
                <a:spcPts val="0"/>
              </a:spcBef>
              <a:spcAft>
                <a:spcPts val="0"/>
              </a:spcAft>
              <a:buClr>
                <a:srgbClr val="214C68"/>
              </a:buClr>
              <a:buSzPts val="1800"/>
              <a:buNone/>
              <a:defRPr/>
            </a:lvl9pPr>
          </a:lstStyle>
          <a:p/>
        </p:txBody>
      </p:sp>
      <p:sp>
        <p:nvSpPr>
          <p:cNvPr id="21" name="Google Shape;21;p5"/>
          <p:cNvSpPr txBox="1"/>
          <p:nvPr>
            <p:ph idx="1" type="body"/>
          </p:nvPr>
        </p:nvSpPr>
        <p:spPr>
          <a:xfrm>
            <a:off x="952500" y="4724400"/>
            <a:ext cx="5334000" cy="4114800"/>
          </a:xfrm>
          <a:prstGeom prst="rect">
            <a:avLst/>
          </a:prstGeom>
          <a:noFill/>
          <a:ln>
            <a:noFill/>
          </a:ln>
        </p:spPr>
        <p:txBody>
          <a:bodyPr anchorCtr="0" anchor="t" bIns="50800" lIns="50800" spcFirstLastPara="1" rIns="50800" wrap="square" tIns="50800">
            <a:normAutofit/>
          </a:bodyPr>
          <a:lstStyle>
            <a:lvl1pPr indent="-228600" lvl="0" marL="457200" marR="0" rtl="0" algn="ctr">
              <a:lnSpc>
                <a:spcPct val="100000"/>
              </a:lnSpc>
              <a:spcBef>
                <a:spcPts val="0"/>
              </a:spcBef>
              <a:spcAft>
                <a:spcPts val="0"/>
              </a:spcAft>
              <a:buClr>
                <a:srgbClr val="000000"/>
              </a:buClr>
              <a:buSzPts val="3700"/>
              <a:buFont typeface="Helvetica Neue"/>
              <a:buNone/>
              <a:defRPr b="0" i="0" sz="37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3700"/>
              <a:buFont typeface="Helvetica Neue"/>
              <a:buNone/>
              <a:defRPr b="0" i="0" sz="37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3700"/>
              <a:buFont typeface="Helvetica Neue"/>
              <a:buNone/>
              <a:defRPr b="0" i="0" sz="37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3700"/>
              <a:buFont typeface="Helvetica Neue"/>
              <a:buNone/>
              <a:defRPr b="0" i="0" sz="37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3700"/>
              <a:buFont typeface="Helvetica Neue"/>
              <a:buNone/>
              <a:defRPr b="0" i="0" sz="3700" u="none" cap="none" strike="noStrike">
                <a:solidFill>
                  <a:srgbClr val="000000"/>
                </a:solidFill>
                <a:latin typeface="Arial"/>
                <a:ea typeface="Arial"/>
                <a:cs typeface="Arial"/>
                <a:sym typeface="Arial"/>
              </a:defRPr>
            </a:lvl5pPr>
            <a:lvl6pPr indent="-394335" lvl="5" marL="27432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6pPr>
            <a:lvl7pPr indent="-394335" lvl="6" marL="32004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7pPr>
            <a:lvl8pPr indent="-394335" lvl="7" marL="36576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8pPr>
            <a:lvl9pPr indent="-394335" lvl="8" marL="41148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9pPr>
          </a:lstStyle>
          <a:p/>
        </p:txBody>
      </p:sp>
      <p:sp>
        <p:nvSpPr>
          <p:cNvPr id="22" name="Google Shape;22;p5"/>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arriba)">
  <p:cSld name="Título (arriba)">
    <p:spTree>
      <p:nvGrpSpPr>
        <p:cNvPr id="23" name="Shape 23"/>
        <p:cNvGrpSpPr/>
        <p:nvPr/>
      </p:nvGrpSpPr>
      <p:grpSpPr>
        <a:xfrm>
          <a:off x="0" y="0"/>
          <a:ext cx="0" cy="0"/>
          <a:chOff x="0" y="0"/>
          <a:chExt cx="0" cy="0"/>
        </a:xfrm>
      </p:grpSpPr>
      <p:sp>
        <p:nvSpPr>
          <p:cNvPr id="24" name="Google Shape;24;p6"/>
          <p:cNvSpPr txBox="1"/>
          <p:nvPr>
            <p:ph type="title"/>
          </p:nvPr>
        </p:nvSpPr>
        <p:spPr>
          <a:xfrm>
            <a:off x="320075" y="779550"/>
            <a:ext cx="11099700" cy="21591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214C68"/>
              </a:buClr>
              <a:buSzPts val="1800"/>
              <a:buNone/>
              <a:defRPr/>
            </a:lvl1pPr>
            <a:lvl2pPr lvl="1" algn="ctr">
              <a:lnSpc>
                <a:spcPct val="100000"/>
              </a:lnSpc>
              <a:spcBef>
                <a:spcPts val="0"/>
              </a:spcBef>
              <a:spcAft>
                <a:spcPts val="0"/>
              </a:spcAft>
              <a:buClr>
                <a:srgbClr val="214C68"/>
              </a:buClr>
              <a:buSzPts val="1800"/>
              <a:buNone/>
              <a:defRPr/>
            </a:lvl2pPr>
            <a:lvl3pPr lvl="2" algn="ctr">
              <a:lnSpc>
                <a:spcPct val="100000"/>
              </a:lnSpc>
              <a:spcBef>
                <a:spcPts val="0"/>
              </a:spcBef>
              <a:spcAft>
                <a:spcPts val="0"/>
              </a:spcAft>
              <a:buClr>
                <a:srgbClr val="214C68"/>
              </a:buClr>
              <a:buSzPts val="1800"/>
              <a:buNone/>
              <a:defRPr/>
            </a:lvl3pPr>
            <a:lvl4pPr lvl="3" algn="ctr">
              <a:lnSpc>
                <a:spcPct val="100000"/>
              </a:lnSpc>
              <a:spcBef>
                <a:spcPts val="0"/>
              </a:spcBef>
              <a:spcAft>
                <a:spcPts val="0"/>
              </a:spcAft>
              <a:buClr>
                <a:srgbClr val="214C68"/>
              </a:buClr>
              <a:buSzPts val="1800"/>
              <a:buNone/>
              <a:defRPr/>
            </a:lvl4pPr>
            <a:lvl5pPr lvl="4" algn="ctr">
              <a:lnSpc>
                <a:spcPct val="100000"/>
              </a:lnSpc>
              <a:spcBef>
                <a:spcPts val="0"/>
              </a:spcBef>
              <a:spcAft>
                <a:spcPts val="0"/>
              </a:spcAft>
              <a:buClr>
                <a:srgbClr val="214C68"/>
              </a:buClr>
              <a:buSzPts val="1800"/>
              <a:buNone/>
              <a:defRPr/>
            </a:lvl5pPr>
            <a:lvl6pPr lvl="5" algn="ctr">
              <a:lnSpc>
                <a:spcPct val="100000"/>
              </a:lnSpc>
              <a:spcBef>
                <a:spcPts val="0"/>
              </a:spcBef>
              <a:spcAft>
                <a:spcPts val="0"/>
              </a:spcAft>
              <a:buClr>
                <a:srgbClr val="214C68"/>
              </a:buClr>
              <a:buSzPts val="1800"/>
              <a:buNone/>
              <a:defRPr/>
            </a:lvl6pPr>
            <a:lvl7pPr lvl="6" algn="ctr">
              <a:lnSpc>
                <a:spcPct val="100000"/>
              </a:lnSpc>
              <a:spcBef>
                <a:spcPts val="0"/>
              </a:spcBef>
              <a:spcAft>
                <a:spcPts val="0"/>
              </a:spcAft>
              <a:buClr>
                <a:srgbClr val="214C68"/>
              </a:buClr>
              <a:buSzPts val="1800"/>
              <a:buNone/>
              <a:defRPr/>
            </a:lvl7pPr>
            <a:lvl8pPr lvl="7" algn="ctr">
              <a:lnSpc>
                <a:spcPct val="100000"/>
              </a:lnSpc>
              <a:spcBef>
                <a:spcPts val="0"/>
              </a:spcBef>
              <a:spcAft>
                <a:spcPts val="0"/>
              </a:spcAft>
              <a:buClr>
                <a:srgbClr val="214C68"/>
              </a:buClr>
              <a:buSzPts val="1800"/>
              <a:buNone/>
              <a:defRPr/>
            </a:lvl8pPr>
            <a:lvl9pPr lvl="8" algn="ctr">
              <a:lnSpc>
                <a:spcPct val="100000"/>
              </a:lnSpc>
              <a:spcBef>
                <a:spcPts val="0"/>
              </a:spcBef>
              <a:spcAft>
                <a:spcPts val="0"/>
              </a:spcAft>
              <a:buClr>
                <a:srgbClr val="214C68"/>
              </a:buClr>
              <a:buSzPts val="1800"/>
              <a:buNone/>
              <a:defRPr/>
            </a:lvl9pPr>
          </a:lstStyle>
          <a:p/>
        </p:txBody>
      </p:sp>
      <p:sp>
        <p:nvSpPr>
          <p:cNvPr id="25" name="Google Shape;25;p6"/>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viñetas">
  <p:cSld name="Título y viñetas">
    <p:spTree>
      <p:nvGrpSpPr>
        <p:cNvPr id="26" name="Shape 26"/>
        <p:cNvGrpSpPr/>
        <p:nvPr/>
      </p:nvGrpSpPr>
      <p:grpSpPr>
        <a:xfrm>
          <a:off x="0" y="0"/>
          <a:ext cx="0" cy="0"/>
          <a:chOff x="0" y="0"/>
          <a:chExt cx="0" cy="0"/>
        </a:xfrm>
      </p:grpSpPr>
      <p:sp>
        <p:nvSpPr>
          <p:cNvPr id="27" name="Google Shape;27;p7"/>
          <p:cNvSpPr txBox="1"/>
          <p:nvPr>
            <p:ph type="title"/>
          </p:nvPr>
        </p:nvSpPr>
        <p:spPr>
          <a:xfrm>
            <a:off x="320075" y="779550"/>
            <a:ext cx="11099700" cy="21591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214B6A"/>
              </a:buClr>
              <a:buSzPts val="8000"/>
              <a:buFont typeface="Helvetica Neue"/>
              <a:buNone/>
              <a:defRPr>
                <a:solidFill>
                  <a:srgbClr val="214B6A"/>
                </a:solidFill>
              </a:defRPr>
            </a:lvl1pPr>
            <a:lvl2pPr lvl="1" algn="ctr">
              <a:lnSpc>
                <a:spcPct val="100000"/>
              </a:lnSpc>
              <a:spcBef>
                <a:spcPts val="0"/>
              </a:spcBef>
              <a:spcAft>
                <a:spcPts val="0"/>
              </a:spcAft>
              <a:buClr>
                <a:srgbClr val="214C68"/>
              </a:buClr>
              <a:buSzPts val="1800"/>
              <a:buNone/>
              <a:defRPr/>
            </a:lvl2pPr>
            <a:lvl3pPr lvl="2" algn="ctr">
              <a:lnSpc>
                <a:spcPct val="100000"/>
              </a:lnSpc>
              <a:spcBef>
                <a:spcPts val="0"/>
              </a:spcBef>
              <a:spcAft>
                <a:spcPts val="0"/>
              </a:spcAft>
              <a:buClr>
                <a:srgbClr val="214C68"/>
              </a:buClr>
              <a:buSzPts val="1800"/>
              <a:buNone/>
              <a:defRPr/>
            </a:lvl3pPr>
            <a:lvl4pPr lvl="3" algn="ctr">
              <a:lnSpc>
                <a:spcPct val="100000"/>
              </a:lnSpc>
              <a:spcBef>
                <a:spcPts val="0"/>
              </a:spcBef>
              <a:spcAft>
                <a:spcPts val="0"/>
              </a:spcAft>
              <a:buClr>
                <a:srgbClr val="214C68"/>
              </a:buClr>
              <a:buSzPts val="1800"/>
              <a:buNone/>
              <a:defRPr/>
            </a:lvl4pPr>
            <a:lvl5pPr lvl="4" algn="ctr">
              <a:lnSpc>
                <a:spcPct val="100000"/>
              </a:lnSpc>
              <a:spcBef>
                <a:spcPts val="0"/>
              </a:spcBef>
              <a:spcAft>
                <a:spcPts val="0"/>
              </a:spcAft>
              <a:buClr>
                <a:srgbClr val="214C68"/>
              </a:buClr>
              <a:buSzPts val="1800"/>
              <a:buNone/>
              <a:defRPr/>
            </a:lvl5pPr>
            <a:lvl6pPr lvl="5" algn="ctr">
              <a:lnSpc>
                <a:spcPct val="100000"/>
              </a:lnSpc>
              <a:spcBef>
                <a:spcPts val="0"/>
              </a:spcBef>
              <a:spcAft>
                <a:spcPts val="0"/>
              </a:spcAft>
              <a:buClr>
                <a:srgbClr val="214C68"/>
              </a:buClr>
              <a:buSzPts val="1800"/>
              <a:buNone/>
              <a:defRPr/>
            </a:lvl6pPr>
            <a:lvl7pPr lvl="6" algn="ctr">
              <a:lnSpc>
                <a:spcPct val="100000"/>
              </a:lnSpc>
              <a:spcBef>
                <a:spcPts val="0"/>
              </a:spcBef>
              <a:spcAft>
                <a:spcPts val="0"/>
              </a:spcAft>
              <a:buClr>
                <a:srgbClr val="214C68"/>
              </a:buClr>
              <a:buSzPts val="1800"/>
              <a:buNone/>
              <a:defRPr/>
            </a:lvl7pPr>
            <a:lvl8pPr lvl="7" algn="ctr">
              <a:lnSpc>
                <a:spcPct val="100000"/>
              </a:lnSpc>
              <a:spcBef>
                <a:spcPts val="0"/>
              </a:spcBef>
              <a:spcAft>
                <a:spcPts val="0"/>
              </a:spcAft>
              <a:buClr>
                <a:srgbClr val="214C68"/>
              </a:buClr>
              <a:buSzPts val="1800"/>
              <a:buNone/>
              <a:defRPr/>
            </a:lvl8pPr>
            <a:lvl9pPr lvl="8" algn="ctr">
              <a:lnSpc>
                <a:spcPct val="100000"/>
              </a:lnSpc>
              <a:spcBef>
                <a:spcPts val="0"/>
              </a:spcBef>
              <a:spcAft>
                <a:spcPts val="0"/>
              </a:spcAft>
              <a:buClr>
                <a:srgbClr val="214C68"/>
              </a:buClr>
              <a:buSzPts val="1800"/>
              <a:buNone/>
              <a:defRPr/>
            </a:lvl9pPr>
          </a:lstStyle>
          <a:p/>
        </p:txBody>
      </p:sp>
      <p:sp>
        <p:nvSpPr>
          <p:cNvPr id="28" name="Google Shape;28;p7"/>
          <p:cNvSpPr txBox="1"/>
          <p:nvPr>
            <p:ph idx="1" type="body"/>
          </p:nvPr>
        </p:nvSpPr>
        <p:spPr>
          <a:xfrm>
            <a:off x="952500" y="2590800"/>
            <a:ext cx="11099800" cy="6286500"/>
          </a:xfrm>
          <a:prstGeom prst="rect">
            <a:avLst/>
          </a:prstGeom>
          <a:noFill/>
          <a:ln>
            <a:noFill/>
          </a:ln>
        </p:spPr>
        <p:txBody>
          <a:bodyPr anchorCtr="0" anchor="ctr" bIns="50800" lIns="50800" spcFirstLastPara="1" rIns="50800" wrap="square" tIns="50800">
            <a:normAutofit/>
          </a:bodyPr>
          <a:lstStyle>
            <a:lvl1pPr indent="-523240" lvl="0" marL="457200" marR="0" rtl="0" algn="l">
              <a:lnSpc>
                <a:spcPct val="100000"/>
              </a:lnSpc>
              <a:spcBef>
                <a:spcPts val="4200"/>
              </a:spcBef>
              <a:spcAft>
                <a:spcPts val="0"/>
              </a:spcAft>
              <a:buClr>
                <a:srgbClr val="214C68"/>
              </a:buClr>
              <a:buSzPts val="4640"/>
              <a:buFont typeface="Helvetica Neue"/>
              <a:buChar char="●"/>
              <a:defRPr b="0" i="0" sz="1400" u="none" cap="none" strike="noStrike">
                <a:solidFill>
                  <a:srgbClr val="214C68"/>
                </a:solidFill>
                <a:latin typeface="Arial"/>
                <a:ea typeface="Arial"/>
                <a:cs typeface="Arial"/>
                <a:sym typeface="Arial"/>
              </a:defRPr>
            </a:lvl1pPr>
            <a:lvl2pPr indent="-523240" lvl="1" marL="914400" marR="0" rtl="0" algn="l">
              <a:lnSpc>
                <a:spcPct val="100000"/>
              </a:lnSpc>
              <a:spcBef>
                <a:spcPts val="4200"/>
              </a:spcBef>
              <a:spcAft>
                <a:spcPts val="0"/>
              </a:spcAft>
              <a:buClr>
                <a:srgbClr val="214C68"/>
              </a:buClr>
              <a:buSzPts val="4640"/>
              <a:buFont typeface="Helvetica Neue"/>
              <a:buChar char="○"/>
              <a:defRPr b="0" i="0" sz="1400" u="none" cap="none" strike="noStrike">
                <a:solidFill>
                  <a:srgbClr val="214C68"/>
                </a:solidFill>
                <a:latin typeface="Arial"/>
                <a:ea typeface="Arial"/>
                <a:cs typeface="Arial"/>
                <a:sym typeface="Arial"/>
              </a:defRPr>
            </a:lvl2pPr>
            <a:lvl3pPr indent="-523240" lvl="2" marL="1371600" marR="0" rtl="0" algn="l">
              <a:lnSpc>
                <a:spcPct val="100000"/>
              </a:lnSpc>
              <a:spcBef>
                <a:spcPts val="4200"/>
              </a:spcBef>
              <a:spcAft>
                <a:spcPts val="0"/>
              </a:spcAft>
              <a:buClr>
                <a:srgbClr val="214C68"/>
              </a:buClr>
              <a:buSzPts val="4640"/>
              <a:buFont typeface="Helvetica Neue"/>
              <a:buChar char="■"/>
              <a:defRPr b="0" i="0" sz="1400" u="none" cap="none" strike="noStrike">
                <a:solidFill>
                  <a:srgbClr val="214C68"/>
                </a:solidFill>
                <a:latin typeface="Arial"/>
                <a:ea typeface="Arial"/>
                <a:cs typeface="Arial"/>
                <a:sym typeface="Arial"/>
              </a:defRPr>
            </a:lvl3pPr>
            <a:lvl4pPr indent="-523240" lvl="3" marL="1828800" marR="0" rtl="0" algn="l">
              <a:lnSpc>
                <a:spcPct val="100000"/>
              </a:lnSpc>
              <a:spcBef>
                <a:spcPts val="4200"/>
              </a:spcBef>
              <a:spcAft>
                <a:spcPts val="0"/>
              </a:spcAft>
              <a:buClr>
                <a:srgbClr val="214C68"/>
              </a:buClr>
              <a:buSzPts val="4640"/>
              <a:buFont typeface="Helvetica Neue"/>
              <a:buChar char="●"/>
              <a:defRPr b="0" i="0" sz="1400" u="none" cap="none" strike="noStrike">
                <a:solidFill>
                  <a:srgbClr val="214C68"/>
                </a:solidFill>
                <a:latin typeface="Arial"/>
                <a:ea typeface="Arial"/>
                <a:cs typeface="Arial"/>
                <a:sym typeface="Arial"/>
              </a:defRPr>
            </a:lvl4pPr>
            <a:lvl5pPr indent="-523240" lvl="4" marL="2286000" marR="0" rtl="0" algn="l">
              <a:lnSpc>
                <a:spcPct val="100000"/>
              </a:lnSpc>
              <a:spcBef>
                <a:spcPts val="4200"/>
              </a:spcBef>
              <a:spcAft>
                <a:spcPts val="0"/>
              </a:spcAft>
              <a:buClr>
                <a:srgbClr val="214C68"/>
              </a:buClr>
              <a:buSzPts val="4640"/>
              <a:buFont typeface="Helvetica Neue"/>
              <a:buChar char="○"/>
              <a:defRPr b="0" i="0" sz="1400" u="none" cap="none" strike="noStrike">
                <a:solidFill>
                  <a:srgbClr val="214C68"/>
                </a:solidFill>
                <a:latin typeface="Arial"/>
                <a:ea typeface="Arial"/>
                <a:cs typeface="Arial"/>
                <a:sym typeface="Arial"/>
              </a:defRPr>
            </a:lvl5pPr>
            <a:lvl6pPr indent="-394335" lvl="5" marL="27432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6pPr>
            <a:lvl7pPr indent="-394335" lvl="6" marL="32004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7pPr>
            <a:lvl8pPr indent="-394335" lvl="7" marL="36576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8pPr>
            <a:lvl9pPr indent="-394335" lvl="8" marL="41148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9pPr>
          </a:lstStyle>
          <a:p/>
        </p:txBody>
      </p:sp>
      <p:sp>
        <p:nvSpPr>
          <p:cNvPr id="29" name="Google Shape;29;p7"/>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ñetas">
  <p:cSld name="Viñetas">
    <p:spTree>
      <p:nvGrpSpPr>
        <p:cNvPr id="30" name="Shape 30"/>
        <p:cNvGrpSpPr/>
        <p:nvPr/>
      </p:nvGrpSpPr>
      <p:grpSpPr>
        <a:xfrm>
          <a:off x="0" y="0"/>
          <a:ext cx="0" cy="0"/>
          <a:chOff x="0" y="0"/>
          <a:chExt cx="0" cy="0"/>
        </a:xfrm>
      </p:grpSpPr>
      <p:sp>
        <p:nvSpPr>
          <p:cNvPr id="31" name="Google Shape;31;p8"/>
          <p:cNvSpPr txBox="1"/>
          <p:nvPr>
            <p:ph idx="1" type="body"/>
          </p:nvPr>
        </p:nvSpPr>
        <p:spPr>
          <a:xfrm>
            <a:off x="952500" y="1270000"/>
            <a:ext cx="11099800" cy="7213600"/>
          </a:xfrm>
          <a:prstGeom prst="rect">
            <a:avLst/>
          </a:prstGeom>
          <a:noFill/>
          <a:ln>
            <a:noFill/>
          </a:ln>
        </p:spPr>
        <p:txBody>
          <a:bodyPr anchorCtr="0" anchor="ctr" bIns="50800" lIns="50800" spcFirstLastPara="1" rIns="50800" wrap="square" tIns="50800">
            <a:normAutofit/>
          </a:bodyPr>
          <a:lstStyle>
            <a:lvl1pPr indent="-523240" lvl="0" marL="457200" marR="0" rtl="0" algn="l">
              <a:lnSpc>
                <a:spcPct val="100000"/>
              </a:lnSpc>
              <a:spcBef>
                <a:spcPts val="4200"/>
              </a:spcBef>
              <a:spcAft>
                <a:spcPts val="0"/>
              </a:spcAft>
              <a:buClr>
                <a:srgbClr val="1F4B69"/>
              </a:buClr>
              <a:buSzPts val="4640"/>
              <a:buFont typeface="Helvetica Neue"/>
              <a:buChar char="●"/>
              <a:defRPr b="0" i="0" sz="1400" u="none" cap="none" strike="noStrike">
                <a:solidFill>
                  <a:srgbClr val="1F4B69"/>
                </a:solidFill>
                <a:latin typeface="Arial"/>
                <a:ea typeface="Arial"/>
                <a:cs typeface="Arial"/>
                <a:sym typeface="Arial"/>
              </a:defRPr>
            </a:lvl1pPr>
            <a:lvl2pPr indent="-523240" lvl="1" marL="914400" marR="0" rtl="0" algn="l">
              <a:lnSpc>
                <a:spcPct val="100000"/>
              </a:lnSpc>
              <a:spcBef>
                <a:spcPts val="4200"/>
              </a:spcBef>
              <a:spcAft>
                <a:spcPts val="0"/>
              </a:spcAft>
              <a:buClr>
                <a:srgbClr val="1F4B69"/>
              </a:buClr>
              <a:buSzPts val="4640"/>
              <a:buFont typeface="Helvetica Neue"/>
              <a:buChar char="○"/>
              <a:defRPr b="0" i="0" sz="1400" u="none" cap="none" strike="noStrike">
                <a:solidFill>
                  <a:srgbClr val="1F4B69"/>
                </a:solidFill>
                <a:latin typeface="Arial"/>
                <a:ea typeface="Arial"/>
                <a:cs typeface="Arial"/>
                <a:sym typeface="Arial"/>
              </a:defRPr>
            </a:lvl2pPr>
            <a:lvl3pPr indent="-523240" lvl="2" marL="1371600" marR="0" rtl="0" algn="l">
              <a:lnSpc>
                <a:spcPct val="100000"/>
              </a:lnSpc>
              <a:spcBef>
                <a:spcPts val="4200"/>
              </a:spcBef>
              <a:spcAft>
                <a:spcPts val="0"/>
              </a:spcAft>
              <a:buClr>
                <a:srgbClr val="1F4B69"/>
              </a:buClr>
              <a:buSzPts val="4640"/>
              <a:buFont typeface="Helvetica Neue"/>
              <a:buChar char="■"/>
              <a:defRPr b="0" i="0" sz="1400" u="none" cap="none" strike="noStrike">
                <a:solidFill>
                  <a:srgbClr val="1F4B69"/>
                </a:solidFill>
                <a:latin typeface="Arial"/>
                <a:ea typeface="Arial"/>
                <a:cs typeface="Arial"/>
                <a:sym typeface="Arial"/>
              </a:defRPr>
            </a:lvl3pPr>
            <a:lvl4pPr indent="-523240" lvl="3" marL="1828800" marR="0" rtl="0" algn="l">
              <a:lnSpc>
                <a:spcPct val="100000"/>
              </a:lnSpc>
              <a:spcBef>
                <a:spcPts val="4200"/>
              </a:spcBef>
              <a:spcAft>
                <a:spcPts val="0"/>
              </a:spcAft>
              <a:buClr>
                <a:srgbClr val="1F4B69"/>
              </a:buClr>
              <a:buSzPts val="4640"/>
              <a:buFont typeface="Helvetica Neue"/>
              <a:buChar char="●"/>
              <a:defRPr b="0" i="0" sz="1400" u="none" cap="none" strike="noStrike">
                <a:solidFill>
                  <a:srgbClr val="1F4B69"/>
                </a:solidFill>
                <a:latin typeface="Arial"/>
                <a:ea typeface="Arial"/>
                <a:cs typeface="Arial"/>
                <a:sym typeface="Arial"/>
              </a:defRPr>
            </a:lvl4pPr>
            <a:lvl5pPr indent="-523240" lvl="4" marL="2286000" marR="0" rtl="0" algn="l">
              <a:lnSpc>
                <a:spcPct val="100000"/>
              </a:lnSpc>
              <a:spcBef>
                <a:spcPts val="4200"/>
              </a:spcBef>
              <a:spcAft>
                <a:spcPts val="0"/>
              </a:spcAft>
              <a:buClr>
                <a:srgbClr val="1F4B69"/>
              </a:buClr>
              <a:buSzPts val="4640"/>
              <a:buFont typeface="Helvetica Neue"/>
              <a:buChar char="○"/>
              <a:defRPr b="0" i="0" sz="1400" u="none" cap="none" strike="noStrike">
                <a:solidFill>
                  <a:srgbClr val="1F4B69"/>
                </a:solidFill>
                <a:latin typeface="Arial"/>
                <a:ea typeface="Arial"/>
                <a:cs typeface="Arial"/>
                <a:sym typeface="Arial"/>
              </a:defRPr>
            </a:lvl5pPr>
            <a:lvl6pPr indent="-394335" lvl="5" marL="27432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6pPr>
            <a:lvl7pPr indent="-394335" lvl="6" marL="32004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7pPr>
            <a:lvl8pPr indent="-394335" lvl="7" marL="36576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8pPr>
            <a:lvl9pPr indent="-394335" lvl="8" marL="41148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9pPr>
          </a:lstStyle>
          <a:p/>
        </p:txBody>
      </p:sp>
      <p:sp>
        <p:nvSpPr>
          <p:cNvPr id="32" name="Google Shape;32;p8"/>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iñetas y foto">
  <p:cSld name="Título, viñetas y foto">
    <p:spTree>
      <p:nvGrpSpPr>
        <p:cNvPr id="33" name="Shape 33"/>
        <p:cNvGrpSpPr/>
        <p:nvPr/>
      </p:nvGrpSpPr>
      <p:grpSpPr>
        <a:xfrm>
          <a:off x="0" y="0"/>
          <a:ext cx="0" cy="0"/>
          <a:chOff x="0" y="0"/>
          <a:chExt cx="0" cy="0"/>
        </a:xfrm>
      </p:grpSpPr>
      <p:sp>
        <p:nvSpPr>
          <p:cNvPr id="34" name="Google Shape;34;p9"/>
          <p:cNvSpPr/>
          <p:nvPr>
            <p:ph idx="2" type="pic"/>
          </p:nvPr>
        </p:nvSpPr>
        <p:spPr>
          <a:xfrm>
            <a:off x="4086225" y="2586566"/>
            <a:ext cx="9429750" cy="6286501"/>
          </a:xfrm>
          <a:prstGeom prst="rect">
            <a:avLst/>
          </a:prstGeom>
          <a:noFill/>
          <a:ln>
            <a:noFill/>
          </a:ln>
        </p:spPr>
      </p:sp>
      <p:sp>
        <p:nvSpPr>
          <p:cNvPr id="35" name="Google Shape;35;p9"/>
          <p:cNvSpPr txBox="1"/>
          <p:nvPr>
            <p:ph type="title"/>
          </p:nvPr>
        </p:nvSpPr>
        <p:spPr>
          <a:xfrm>
            <a:off x="320075" y="779550"/>
            <a:ext cx="11099700" cy="21591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204C68"/>
              </a:buClr>
              <a:buSzPts val="8000"/>
              <a:buFont typeface="Helvetica Neue"/>
              <a:buNone/>
              <a:defRPr>
                <a:solidFill>
                  <a:srgbClr val="204C68"/>
                </a:solidFill>
              </a:defRPr>
            </a:lvl1pPr>
            <a:lvl2pPr lvl="1" algn="ctr">
              <a:lnSpc>
                <a:spcPct val="100000"/>
              </a:lnSpc>
              <a:spcBef>
                <a:spcPts val="0"/>
              </a:spcBef>
              <a:spcAft>
                <a:spcPts val="0"/>
              </a:spcAft>
              <a:buClr>
                <a:srgbClr val="214C68"/>
              </a:buClr>
              <a:buSzPts val="1800"/>
              <a:buNone/>
              <a:defRPr/>
            </a:lvl2pPr>
            <a:lvl3pPr lvl="2" algn="ctr">
              <a:lnSpc>
                <a:spcPct val="100000"/>
              </a:lnSpc>
              <a:spcBef>
                <a:spcPts val="0"/>
              </a:spcBef>
              <a:spcAft>
                <a:spcPts val="0"/>
              </a:spcAft>
              <a:buClr>
                <a:srgbClr val="214C68"/>
              </a:buClr>
              <a:buSzPts val="1800"/>
              <a:buNone/>
              <a:defRPr/>
            </a:lvl3pPr>
            <a:lvl4pPr lvl="3" algn="ctr">
              <a:lnSpc>
                <a:spcPct val="100000"/>
              </a:lnSpc>
              <a:spcBef>
                <a:spcPts val="0"/>
              </a:spcBef>
              <a:spcAft>
                <a:spcPts val="0"/>
              </a:spcAft>
              <a:buClr>
                <a:srgbClr val="214C68"/>
              </a:buClr>
              <a:buSzPts val="1800"/>
              <a:buNone/>
              <a:defRPr/>
            </a:lvl4pPr>
            <a:lvl5pPr lvl="4" algn="ctr">
              <a:lnSpc>
                <a:spcPct val="100000"/>
              </a:lnSpc>
              <a:spcBef>
                <a:spcPts val="0"/>
              </a:spcBef>
              <a:spcAft>
                <a:spcPts val="0"/>
              </a:spcAft>
              <a:buClr>
                <a:srgbClr val="214C68"/>
              </a:buClr>
              <a:buSzPts val="1800"/>
              <a:buNone/>
              <a:defRPr/>
            </a:lvl5pPr>
            <a:lvl6pPr lvl="5" algn="ctr">
              <a:lnSpc>
                <a:spcPct val="100000"/>
              </a:lnSpc>
              <a:spcBef>
                <a:spcPts val="0"/>
              </a:spcBef>
              <a:spcAft>
                <a:spcPts val="0"/>
              </a:spcAft>
              <a:buClr>
                <a:srgbClr val="214C68"/>
              </a:buClr>
              <a:buSzPts val="1800"/>
              <a:buNone/>
              <a:defRPr/>
            </a:lvl6pPr>
            <a:lvl7pPr lvl="6" algn="ctr">
              <a:lnSpc>
                <a:spcPct val="100000"/>
              </a:lnSpc>
              <a:spcBef>
                <a:spcPts val="0"/>
              </a:spcBef>
              <a:spcAft>
                <a:spcPts val="0"/>
              </a:spcAft>
              <a:buClr>
                <a:srgbClr val="214C68"/>
              </a:buClr>
              <a:buSzPts val="1800"/>
              <a:buNone/>
              <a:defRPr/>
            </a:lvl7pPr>
            <a:lvl8pPr lvl="7" algn="ctr">
              <a:lnSpc>
                <a:spcPct val="100000"/>
              </a:lnSpc>
              <a:spcBef>
                <a:spcPts val="0"/>
              </a:spcBef>
              <a:spcAft>
                <a:spcPts val="0"/>
              </a:spcAft>
              <a:buClr>
                <a:srgbClr val="214C68"/>
              </a:buClr>
              <a:buSzPts val="1800"/>
              <a:buNone/>
              <a:defRPr/>
            </a:lvl8pPr>
            <a:lvl9pPr lvl="8" algn="ctr">
              <a:lnSpc>
                <a:spcPct val="100000"/>
              </a:lnSpc>
              <a:spcBef>
                <a:spcPts val="0"/>
              </a:spcBef>
              <a:spcAft>
                <a:spcPts val="0"/>
              </a:spcAft>
              <a:buClr>
                <a:srgbClr val="214C68"/>
              </a:buClr>
              <a:buSzPts val="1800"/>
              <a:buNone/>
              <a:defRPr/>
            </a:lvl9pPr>
          </a:lstStyle>
          <a:p/>
        </p:txBody>
      </p:sp>
      <p:sp>
        <p:nvSpPr>
          <p:cNvPr id="36" name="Google Shape;36;p9"/>
          <p:cNvSpPr txBox="1"/>
          <p:nvPr>
            <p:ph idx="1" type="body"/>
          </p:nvPr>
        </p:nvSpPr>
        <p:spPr>
          <a:xfrm>
            <a:off x="952500" y="2590800"/>
            <a:ext cx="5334000" cy="6286500"/>
          </a:xfrm>
          <a:prstGeom prst="rect">
            <a:avLst/>
          </a:prstGeom>
          <a:noFill/>
          <a:ln>
            <a:noFill/>
          </a:ln>
        </p:spPr>
        <p:txBody>
          <a:bodyPr anchorCtr="0" anchor="ctr" bIns="50800" lIns="50800" spcFirstLastPara="1" rIns="50800" wrap="square" tIns="50800">
            <a:normAutofit/>
          </a:bodyPr>
          <a:lstStyle>
            <a:lvl1pPr indent="-486410" lvl="0" marL="457200" marR="0" rtl="0" algn="l">
              <a:lnSpc>
                <a:spcPct val="100000"/>
              </a:lnSpc>
              <a:spcBef>
                <a:spcPts val="3200"/>
              </a:spcBef>
              <a:spcAft>
                <a:spcPts val="0"/>
              </a:spcAft>
              <a:buClr>
                <a:srgbClr val="204B6A"/>
              </a:buClr>
              <a:buSzPts val="4060"/>
              <a:buFont typeface="Helvetica Neue"/>
              <a:buChar char="●"/>
              <a:defRPr b="0" i="0" sz="2800" u="none" cap="none" strike="noStrike">
                <a:solidFill>
                  <a:srgbClr val="204B6A"/>
                </a:solidFill>
                <a:latin typeface="Arial"/>
                <a:ea typeface="Arial"/>
                <a:cs typeface="Arial"/>
                <a:sym typeface="Arial"/>
              </a:defRPr>
            </a:lvl1pPr>
            <a:lvl2pPr indent="-486410" lvl="1" marL="914400" marR="0" rtl="0" algn="l">
              <a:lnSpc>
                <a:spcPct val="100000"/>
              </a:lnSpc>
              <a:spcBef>
                <a:spcPts val="3200"/>
              </a:spcBef>
              <a:spcAft>
                <a:spcPts val="0"/>
              </a:spcAft>
              <a:buClr>
                <a:srgbClr val="204B6A"/>
              </a:buClr>
              <a:buSzPts val="4060"/>
              <a:buFont typeface="Helvetica Neue"/>
              <a:buChar char="○"/>
              <a:defRPr b="0" i="0" sz="2800" u="none" cap="none" strike="noStrike">
                <a:solidFill>
                  <a:srgbClr val="204B6A"/>
                </a:solidFill>
                <a:latin typeface="Arial"/>
                <a:ea typeface="Arial"/>
                <a:cs typeface="Arial"/>
                <a:sym typeface="Arial"/>
              </a:defRPr>
            </a:lvl2pPr>
            <a:lvl3pPr indent="-486410" lvl="2" marL="1371600" marR="0" rtl="0" algn="l">
              <a:lnSpc>
                <a:spcPct val="100000"/>
              </a:lnSpc>
              <a:spcBef>
                <a:spcPts val="3200"/>
              </a:spcBef>
              <a:spcAft>
                <a:spcPts val="0"/>
              </a:spcAft>
              <a:buClr>
                <a:srgbClr val="204B6A"/>
              </a:buClr>
              <a:buSzPts val="4060"/>
              <a:buFont typeface="Helvetica Neue"/>
              <a:buChar char="■"/>
              <a:defRPr b="0" i="0" sz="2800" u="none" cap="none" strike="noStrike">
                <a:solidFill>
                  <a:srgbClr val="204B6A"/>
                </a:solidFill>
                <a:latin typeface="Arial"/>
                <a:ea typeface="Arial"/>
                <a:cs typeface="Arial"/>
                <a:sym typeface="Arial"/>
              </a:defRPr>
            </a:lvl3pPr>
            <a:lvl4pPr indent="-486410" lvl="3" marL="1828800" marR="0" rtl="0" algn="l">
              <a:lnSpc>
                <a:spcPct val="100000"/>
              </a:lnSpc>
              <a:spcBef>
                <a:spcPts val="3200"/>
              </a:spcBef>
              <a:spcAft>
                <a:spcPts val="0"/>
              </a:spcAft>
              <a:buClr>
                <a:srgbClr val="204B6A"/>
              </a:buClr>
              <a:buSzPts val="4060"/>
              <a:buFont typeface="Helvetica Neue"/>
              <a:buChar char="●"/>
              <a:defRPr b="0" i="0" sz="2800" u="none" cap="none" strike="noStrike">
                <a:solidFill>
                  <a:srgbClr val="204B6A"/>
                </a:solidFill>
                <a:latin typeface="Arial"/>
                <a:ea typeface="Arial"/>
                <a:cs typeface="Arial"/>
                <a:sym typeface="Arial"/>
              </a:defRPr>
            </a:lvl4pPr>
            <a:lvl5pPr indent="-486410" lvl="4" marL="2286000" marR="0" rtl="0" algn="l">
              <a:lnSpc>
                <a:spcPct val="100000"/>
              </a:lnSpc>
              <a:spcBef>
                <a:spcPts val="3200"/>
              </a:spcBef>
              <a:spcAft>
                <a:spcPts val="0"/>
              </a:spcAft>
              <a:buClr>
                <a:srgbClr val="204B6A"/>
              </a:buClr>
              <a:buSzPts val="4060"/>
              <a:buFont typeface="Helvetica Neue"/>
              <a:buChar char="○"/>
              <a:defRPr b="0" i="0" sz="2800" u="none" cap="none" strike="noStrike">
                <a:solidFill>
                  <a:srgbClr val="204B6A"/>
                </a:solidFill>
                <a:latin typeface="Arial"/>
                <a:ea typeface="Arial"/>
                <a:cs typeface="Arial"/>
                <a:sym typeface="Arial"/>
              </a:defRPr>
            </a:lvl5pPr>
            <a:lvl6pPr indent="-394335" lvl="5" marL="27432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6pPr>
            <a:lvl7pPr indent="-394335" lvl="6" marL="32004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7pPr>
            <a:lvl8pPr indent="-394335" lvl="7" marL="36576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8pPr>
            <a:lvl9pPr indent="-394335" lvl="8" marL="41148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6328884" y="9296400"/>
            <a:ext cx="340259" cy="342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fotos">
  <p:cSld name="3 fotos">
    <p:spTree>
      <p:nvGrpSpPr>
        <p:cNvPr id="38" name="Shape 38"/>
        <p:cNvGrpSpPr/>
        <p:nvPr/>
      </p:nvGrpSpPr>
      <p:grpSpPr>
        <a:xfrm>
          <a:off x="0" y="0"/>
          <a:ext cx="0" cy="0"/>
          <a:chOff x="0" y="0"/>
          <a:chExt cx="0" cy="0"/>
        </a:xfrm>
      </p:grpSpPr>
      <p:sp>
        <p:nvSpPr>
          <p:cNvPr id="39" name="Google Shape;39;p10"/>
          <p:cNvSpPr/>
          <p:nvPr>
            <p:ph idx="2" type="pic"/>
          </p:nvPr>
        </p:nvSpPr>
        <p:spPr>
          <a:xfrm>
            <a:off x="6680200" y="5029200"/>
            <a:ext cx="6054748" cy="4038600"/>
          </a:xfrm>
          <a:prstGeom prst="rect">
            <a:avLst/>
          </a:prstGeom>
          <a:noFill/>
          <a:ln>
            <a:noFill/>
          </a:ln>
        </p:spPr>
      </p:sp>
      <p:sp>
        <p:nvSpPr>
          <p:cNvPr id="40" name="Google Shape;40;p10"/>
          <p:cNvSpPr/>
          <p:nvPr>
            <p:ph idx="3" type="pic"/>
          </p:nvPr>
        </p:nvSpPr>
        <p:spPr>
          <a:xfrm>
            <a:off x="6502400" y="889000"/>
            <a:ext cx="5867400" cy="3911601"/>
          </a:xfrm>
          <a:prstGeom prst="rect">
            <a:avLst/>
          </a:prstGeom>
          <a:noFill/>
          <a:ln>
            <a:noFill/>
          </a:ln>
        </p:spPr>
      </p:sp>
      <p:sp>
        <p:nvSpPr>
          <p:cNvPr id="41" name="Google Shape;41;p10"/>
          <p:cNvSpPr/>
          <p:nvPr>
            <p:ph idx="4" type="pic"/>
          </p:nvPr>
        </p:nvSpPr>
        <p:spPr>
          <a:xfrm>
            <a:off x="-2374900" y="889000"/>
            <a:ext cx="11982450" cy="7988300"/>
          </a:xfrm>
          <a:prstGeom prst="rect">
            <a:avLst/>
          </a:prstGeom>
          <a:noFill/>
          <a:ln>
            <a:noFill/>
          </a:ln>
        </p:spPr>
      </p:sp>
      <p:sp>
        <p:nvSpPr>
          <p:cNvPr id="42" name="Google Shape;42;p10"/>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p:cSld name="Cita">
    <p:spTree>
      <p:nvGrpSpPr>
        <p:cNvPr id="43" name="Shape 43"/>
        <p:cNvGrpSpPr/>
        <p:nvPr/>
      </p:nvGrpSpPr>
      <p:grpSpPr>
        <a:xfrm>
          <a:off x="0" y="0"/>
          <a:ext cx="0" cy="0"/>
          <a:chOff x="0" y="0"/>
          <a:chExt cx="0" cy="0"/>
        </a:xfrm>
      </p:grpSpPr>
      <p:sp>
        <p:nvSpPr>
          <p:cNvPr id="44" name="Google Shape;44;p11"/>
          <p:cNvSpPr txBox="1"/>
          <p:nvPr>
            <p:ph idx="1" type="body"/>
          </p:nvPr>
        </p:nvSpPr>
        <p:spPr>
          <a:xfrm>
            <a:off x="1270000" y="6362700"/>
            <a:ext cx="10464800" cy="461366"/>
          </a:xfrm>
          <a:prstGeom prst="rect">
            <a:avLst/>
          </a:prstGeom>
          <a:noFill/>
          <a:ln>
            <a:noFill/>
          </a:ln>
        </p:spPr>
        <p:txBody>
          <a:bodyPr anchorCtr="0" anchor="t" bIns="50800" lIns="50800" spcFirstLastPara="1" rIns="50800" wrap="square" tIns="50800">
            <a:spAutoFit/>
          </a:bodyPr>
          <a:lstStyle>
            <a:lvl1pPr indent="-228600" lvl="0" marL="457200" marR="0" rtl="0" algn="ctr">
              <a:lnSpc>
                <a:spcPct val="100000"/>
              </a:lnSpc>
              <a:spcBef>
                <a:spcPts val="0"/>
              </a:spcBef>
              <a:spcAft>
                <a:spcPts val="0"/>
              </a:spcAft>
              <a:buClr>
                <a:srgbClr val="000000"/>
              </a:buClr>
              <a:buSzPts val="2400"/>
              <a:buFont typeface="Helvetica Neue"/>
              <a:buNone/>
              <a:defRPr b="0" i="1" sz="2400" u="none" cap="none" strike="noStrike">
                <a:solidFill>
                  <a:srgbClr val="000000"/>
                </a:solidFill>
                <a:latin typeface="Arial"/>
                <a:ea typeface="Arial"/>
                <a:cs typeface="Arial"/>
                <a:sym typeface="Arial"/>
              </a:defRPr>
            </a:lvl1pPr>
            <a:lvl2pPr indent="-394335" lvl="1" marL="9144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2pPr>
            <a:lvl3pPr indent="-394335" lvl="2" marL="13716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3pPr>
            <a:lvl4pPr indent="-394335" lvl="3" marL="18288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4pPr>
            <a:lvl5pPr indent="-394335" lvl="4" marL="22860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5pPr>
            <a:lvl6pPr indent="-394335" lvl="5" marL="27432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6pPr>
            <a:lvl7pPr indent="-394335" lvl="6" marL="32004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7pPr>
            <a:lvl8pPr indent="-394335" lvl="7" marL="36576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8pPr>
            <a:lvl9pPr indent="-394335" lvl="8" marL="41148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9pPr>
          </a:lstStyle>
          <a:p/>
        </p:txBody>
      </p:sp>
      <p:sp>
        <p:nvSpPr>
          <p:cNvPr id="45" name="Google Shape;45;p11"/>
          <p:cNvSpPr txBox="1"/>
          <p:nvPr>
            <p:ph idx="2" type="body"/>
          </p:nvPr>
        </p:nvSpPr>
        <p:spPr>
          <a:xfrm>
            <a:off x="1270000" y="4267112"/>
            <a:ext cx="10464800" cy="609776"/>
          </a:xfrm>
          <a:prstGeom prst="rect">
            <a:avLst/>
          </a:prstGeom>
          <a:noFill/>
          <a:ln>
            <a:noFill/>
          </a:ln>
        </p:spPr>
        <p:txBody>
          <a:bodyPr anchorCtr="0" anchor="ctr" bIns="50800" lIns="50800" spcFirstLastPara="1" rIns="50800" wrap="square" tIns="50800">
            <a:spAutoFit/>
          </a:bodyPr>
          <a:lstStyle>
            <a:lvl1pPr indent="-228600" lvl="0" marL="457200" marR="0" rtl="0" algn="ctr">
              <a:lnSpc>
                <a:spcPct val="100000"/>
              </a:lnSpc>
              <a:spcBef>
                <a:spcPts val="0"/>
              </a:spcBef>
              <a:spcAft>
                <a:spcPts val="0"/>
              </a:spcAft>
              <a:buClr>
                <a:srgbClr val="204B69"/>
              </a:buClr>
              <a:buSzPts val="3400"/>
              <a:buFont typeface="Helvetica Neue"/>
              <a:buNone/>
              <a:defRPr b="0" i="0" sz="3400" u="none" cap="none" strike="noStrike">
                <a:solidFill>
                  <a:srgbClr val="204B69"/>
                </a:solidFill>
                <a:latin typeface="Helvetica Neue"/>
                <a:ea typeface="Helvetica Neue"/>
                <a:cs typeface="Helvetica Neue"/>
                <a:sym typeface="Helvetica Neue"/>
              </a:defRPr>
            </a:lvl1pPr>
            <a:lvl2pPr indent="-394335" lvl="1" marL="9144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2pPr>
            <a:lvl3pPr indent="-394335" lvl="2" marL="13716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3pPr>
            <a:lvl4pPr indent="-394335" lvl="3" marL="18288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4pPr>
            <a:lvl5pPr indent="-394335" lvl="4" marL="22860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5pPr>
            <a:lvl6pPr indent="-394335" lvl="5" marL="27432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6pPr>
            <a:lvl7pPr indent="-394335" lvl="6" marL="32004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7pPr>
            <a:lvl8pPr indent="-394335" lvl="7" marL="36576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8pPr>
            <a:lvl9pPr indent="-394335" lvl="8" marL="4114800" marR="0" rtl="0" algn="l">
              <a:lnSpc>
                <a:spcPct val="100000"/>
              </a:lnSpc>
              <a:spcBef>
                <a:spcPts val="4200"/>
              </a:spcBef>
              <a:spcAft>
                <a:spcPts val="0"/>
              </a:spcAft>
              <a:buClr>
                <a:srgbClr val="000000"/>
              </a:buClr>
              <a:buSzPts val="2610"/>
              <a:buFont typeface="Arial"/>
              <a:buChar char="■"/>
              <a:defRPr b="0" i="0" sz="1400" u="none" cap="none" strike="noStrike">
                <a:solidFill>
                  <a:srgbClr val="000000"/>
                </a:solidFill>
                <a:latin typeface="Arial"/>
                <a:ea typeface="Arial"/>
                <a:cs typeface="Arial"/>
                <a:sym typeface="Arial"/>
              </a:defRPr>
            </a:lvl9pPr>
          </a:lstStyle>
          <a:p/>
        </p:txBody>
      </p:sp>
      <p:sp>
        <p:nvSpPr>
          <p:cNvPr id="46" name="Google Shape;46;p11"/>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p:cSld name="Foto">
    <p:spTree>
      <p:nvGrpSpPr>
        <p:cNvPr id="47" name="Shape 47"/>
        <p:cNvGrpSpPr/>
        <p:nvPr/>
      </p:nvGrpSpPr>
      <p:grpSpPr>
        <a:xfrm>
          <a:off x="0" y="0"/>
          <a:ext cx="0" cy="0"/>
          <a:chOff x="0" y="0"/>
          <a:chExt cx="0" cy="0"/>
        </a:xfrm>
      </p:grpSpPr>
      <p:sp>
        <p:nvSpPr>
          <p:cNvPr id="48" name="Google Shape;48;p12"/>
          <p:cNvSpPr/>
          <p:nvPr>
            <p:ph idx="2" type="pic"/>
          </p:nvPr>
        </p:nvSpPr>
        <p:spPr>
          <a:xfrm>
            <a:off x="-486469" y="303241"/>
            <a:ext cx="13977729" cy="9325766"/>
          </a:xfrm>
          <a:prstGeom prst="rect">
            <a:avLst/>
          </a:prstGeom>
          <a:noFill/>
          <a:ln>
            <a:noFill/>
          </a:ln>
        </p:spPr>
      </p:sp>
      <p:sp>
        <p:nvSpPr>
          <p:cNvPr id="49" name="Google Shape;49;p12"/>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entro)">
  <p:cSld name="Título (centro)">
    <p:spTree>
      <p:nvGrpSpPr>
        <p:cNvPr id="50" name="Shape 50"/>
        <p:cNvGrpSpPr/>
        <p:nvPr/>
      </p:nvGrpSpPr>
      <p:grpSpPr>
        <a:xfrm>
          <a:off x="0" y="0"/>
          <a:ext cx="0" cy="0"/>
          <a:chOff x="0" y="0"/>
          <a:chExt cx="0" cy="0"/>
        </a:xfrm>
      </p:grpSpPr>
      <p:sp>
        <p:nvSpPr>
          <p:cNvPr id="51" name="Google Shape;51;p13"/>
          <p:cNvSpPr txBox="1"/>
          <p:nvPr>
            <p:ph type="title"/>
          </p:nvPr>
        </p:nvSpPr>
        <p:spPr>
          <a:xfrm>
            <a:off x="1270000" y="3225800"/>
            <a:ext cx="10464800" cy="3302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204C68"/>
              </a:buClr>
              <a:buSzPts val="8000"/>
              <a:buFont typeface="Helvetica Neue"/>
              <a:buNone/>
              <a:defRPr>
                <a:solidFill>
                  <a:srgbClr val="204C68"/>
                </a:solidFill>
              </a:defRPr>
            </a:lvl1pPr>
            <a:lvl2pPr lvl="1" algn="ctr">
              <a:lnSpc>
                <a:spcPct val="100000"/>
              </a:lnSpc>
              <a:spcBef>
                <a:spcPts val="0"/>
              </a:spcBef>
              <a:spcAft>
                <a:spcPts val="0"/>
              </a:spcAft>
              <a:buClr>
                <a:srgbClr val="214C68"/>
              </a:buClr>
              <a:buSzPts val="1800"/>
              <a:buNone/>
              <a:defRPr/>
            </a:lvl2pPr>
            <a:lvl3pPr lvl="2" algn="ctr">
              <a:lnSpc>
                <a:spcPct val="100000"/>
              </a:lnSpc>
              <a:spcBef>
                <a:spcPts val="0"/>
              </a:spcBef>
              <a:spcAft>
                <a:spcPts val="0"/>
              </a:spcAft>
              <a:buClr>
                <a:srgbClr val="214C68"/>
              </a:buClr>
              <a:buSzPts val="1800"/>
              <a:buNone/>
              <a:defRPr/>
            </a:lvl3pPr>
            <a:lvl4pPr lvl="3" algn="ctr">
              <a:lnSpc>
                <a:spcPct val="100000"/>
              </a:lnSpc>
              <a:spcBef>
                <a:spcPts val="0"/>
              </a:spcBef>
              <a:spcAft>
                <a:spcPts val="0"/>
              </a:spcAft>
              <a:buClr>
                <a:srgbClr val="214C68"/>
              </a:buClr>
              <a:buSzPts val="1800"/>
              <a:buNone/>
              <a:defRPr/>
            </a:lvl4pPr>
            <a:lvl5pPr lvl="4" algn="ctr">
              <a:lnSpc>
                <a:spcPct val="100000"/>
              </a:lnSpc>
              <a:spcBef>
                <a:spcPts val="0"/>
              </a:spcBef>
              <a:spcAft>
                <a:spcPts val="0"/>
              </a:spcAft>
              <a:buClr>
                <a:srgbClr val="214C68"/>
              </a:buClr>
              <a:buSzPts val="1800"/>
              <a:buNone/>
              <a:defRPr/>
            </a:lvl5pPr>
            <a:lvl6pPr lvl="5" algn="ctr">
              <a:lnSpc>
                <a:spcPct val="100000"/>
              </a:lnSpc>
              <a:spcBef>
                <a:spcPts val="0"/>
              </a:spcBef>
              <a:spcAft>
                <a:spcPts val="0"/>
              </a:spcAft>
              <a:buClr>
                <a:srgbClr val="214C68"/>
              </a:buClr>
              <a:buSzPts val="1800"/>
              <a:buNone/>
              <a:defRPr/>
            </a:lvl6pPr>
            <a:lvl7pPr lvl="6" algn="ctr">
              <a:lnSpc>
                <a:spcPct val="100000"/>
              </a:lnSpc>
              <a:spcBef>
                <a:spcPts val="0"/>
              </a:spcBef>
              <a:spcAft>
                <a:spcPts val="0"/>
              </a:spcAft>
              <a:buClr>
                <a:srgbClr val="214C68"/>
              </a:buClr>
              <a:buSzPts val="1800"/>
              <a:buNone/>
              <a:defRPr/>
            </a:lvl7pPr>
            <a:lvl8pPr lvl="7" algn="ctr">
              <a:lnSpc>
                <a:spcPct val="100000"/>
              </a:lnSpc>
              <a:spcBef>
                <a:spcPts val="0"/>
              </a:spcBef>
              <a:spcAft>
                <a:spcPts val="0"/>
              </a:spcAft>
              <a:buClr>
                <a:srgbClr val="214C68"/>
              </a:buClr>
              <a:buSzPts val="1800"/>
              <a:buNone/>
              <a:defRPr/>
            </a:lvl8pPr>
            <a:lvl9pPr lvl="8" algn="ctr">
              <a:lnSpc>
                <a:spcPct val="100000"/>
              </a:lnSpc>
              <a:spcBef>
                <a:spcPts val="0"/>
              </a:spcBef>
              <a:spcAft>
                <a:spcPts val="0"/>
              </a:spcAft>
              <a:buClr>
                <a:srgbClr val="214C68"/>
              </a:buClr>
              <a:buSzPts val="1800"/>
              <a:buNone/>
              <a:defRPr/>
            </a:lvl9pPr>
          </a:lstStyle>
          <a:p/>
        </p:txBody>
      </p:sp>
      <p:sp>
        <p:nvSpPr>
          <p:cNvPr id="52" name="Google Shape;52;p13"/>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3" name="Shape 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20075" y="779550"/>
            <a:ext cx="11099700" cy="2159100"/>
          </a:xfrm>
          <a:prstGeom prst="rect">
            <a:avLst/>
          </a:prstGeom>
          <a:noFill/>
          <a:ln>
            <a:noFill/>
          </a:ln>
        </p:spPr>
        <p:txBody>
          <a:bodyPr anchorCtr="0" anchor="ctr" bIns="50800" lIns="50800" spcFirstLastPara="1" rIns="50800" wrap="square" tIns="50800">
            <a:normAutofit/>
          </a:bodyPr>
          <a:lstStyle>
            <a:lvl1pPr lvl="0" marR="0" rtl="0" algn="l">
              <a:lnSpc>
                <a:spcPct val="100000"/>
              </a:lnSpc>
              <a:spcBef>
                <a:spcPts val="0"/>
              </a:spcBef>
              <a:spcAft>
                <a:spcPts val="0"/>
              </a:spcAft>
              <a:buClr>
                <a:srgbClr val="214C68"/>
              </a:buClr>
              <a:buSzPts val="6000"/>
              <a:buFont typeface="Poppins"/>
              <a:buNone/>
              <a:defRPr b="1" i="0" sz="6000" u="none" cap="none" strike="noStrike">
                <a:solidFill>
                  <a:srgbClr val="214C68"/>
                </a:solidFill>
                <a:latin typeface="Poppins"/>
                <a:ea typeface="Poppins"/>
                <a:cs typeface="Poppins"/>
                <a:sym typeface="Poppins"/>
              </a:defRPr>
            </a:lvl1pPr>
            <a:lvl2pPr lvl="1" marR="0" rtl="0" algn="ctr">
              <a:lnSpc>
                <a:spcPct val="100000"/>
              </a:lnSpc>
              <a:spcBef>
                <a:spcPts val="0"/>
              </a:spcBef>
              <a:spcAft>
                <a:spcPts val="0"/>
              </a:spcAft>
              <a:buClr>
                <a:srgbClr val="214C68"/>
              </a:buClr>
              <a:buSzPts val="8000"/>
              <a:buFont typeface="Helvetica Neue"/>
              <a:buNone/>
              <a:defRPr b="0" i="0" sz="8000" u="none" cap="none" strike="noStrike">
                <a:solidFill>
                  <a:srgbClr val="214C68"/>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214C68"/>
              </a:buClr>
              <a:buSzPts val="8000"/>
              <a:buFont typeface="Helvetica Neue"/>
              <a:buNone/>
              <a:defRPr b="0" i="0" sz="8000" u="none" cap="none" strike="noStrike">
                <a:solidFill>
                  <a:srgbClr val="214C68"/>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214C68"/>
              </a:buClr>
              <a:buSzPts val="8000"/>
              <a:buFont typeface="Helvetica Neue"/>
              <a:buNone/>
              <a:defRPr b="0" i="0" sz="8000" u="none" cap="none" strike="noStrike">
                <a:solidFill>
                  <a:srgbClr val="214C68"/>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214C68"/>
              </a:buClr>
              <a:buSzPts val="8000"/>
              <a:buFont typeface="Helvetica Neue"/>
              <a:buNone/>
              <a:defRPr b="0" i="0" sz="8000" u="none" cap="none" strike="noStrike">
                <a:solidFill>
                  <a:srgbClr val="214C68"/>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214C68"/>
              </a:buClr>
              <a:buSzPts val="8000"/>
              <a:buFont typeface="Helvetica Neue"/>
              <a:buNone/>
              <a:defRPr b="0" i="0" sz="8000" u="none" cap="none" strike="noStrike">
                <a:solidFill>
                  <a:srgbClr val="214C68"/>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214C68"/>
              </a:buClr>
              <a:buSzPts val="8000"/>
              <a:buFont typeface="Helvetica Neue"/>
              <a:buNone/>
              <a:defRPr b="0" i="0" sz="8000" u="none" cap="none" strike="noStrike">
                <a:solidFill>
                  <a:srgbClr val="214C68"/>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214C68"/>
              </a:buClr>
              <a:buSzPts val="8000"/>
              <a:buFont typeface="Helvetica Neue"/>
              <a:buNone/>
              <a:defRPr b="0" i="0" sz="8000" u="none" cap="none" strike="noStrike">
                <a:solidFill>
                  <a:srgbClr val="214C68"/>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214C68"/>
              </a:buClr>
              <a:buSzPts val="8000"/>
              <a:buFont typeface="Helvetica Neue"/>
              <a:buNone/>
              <a:defRPr b="0" i="0" sz="8000" u="none" cap="none" strike="noStrike">
                <a:solidFill>
                  <a:srgbClr val="214C68"/>
                </a:solidFill>
                <a:latin typeface="Helvetica Neue"/>
                <a:ea typeface="Helvetica Neue"/>
                <a:cs typeface="Helvetica Neue"/>
                <a:sym typeface="Helvetica Neue"/>
              </a:defRPr>
            </a:lvl9pPr>
          </a:lstStyle>
          <a:p/>
        </p:txBody>
      </p:sp>
      <p:sp>
        <p:nvSpPr>
          <p:cNvPr id="7" name="Google Shape;7;p1"/>
          <p:cNvSpPr txBox="1"/>
          <p:nvPr>
            <p:ph idx="12" type="sldNum"/>
          </p:nvPr>
        </p:nvSpPr>
        <p:spPr>
          <a:xfrm>
            <a:off x="6328884" y="9296400"/>
            <a:ext cx="340259" cy="324306"/>
          </a:xfrm>
          <a:prstGeom prst="rect">
            <a:avLst/>
          </a:prstGeom>
          <a:noFill/>
          <a:ln>
            <a:noFill/>
          </a:ln>
        </p:spPr>
        <p:txBody>
          <a:bodyPr anchorCtr="0" anchor="t" bIns="50800" lIns="50800" spcFirstLastPara="1" rIns="50800" wrap="square" tIns="50800">
            <a:spAutoFit/>
          </a:bodyPr>
          <a:lstStyle>
            <a:lvl1pPr indent="0" lvl="0"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1600"/>
              <a:buFont typeface="Helvetica Neue Light"/>
              <a:buNone/>
              <a:defRPr b="0" i="0" sz="16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400">
              <a:latin typeface="Arial"/>
              <a:ea typeface="Arial"/>
              <a:cs typeface="Arial"/>
              <a:sym typeface="Arial"/>
            </a:endParaRPr>
          </a:p>
        </p:txBody>
      </p:sp>
      <p:pic>
        <p:nvPicPr>
          <p:cNvPr id="8" name="Google Shape;8;p1" title="Cintillo-Fciencias2025.png"/>
          <p:cNvPicPr preferRelativeResize="0"/>
          <p:nvPr/>
        </p:nvPicPr>
        <p:blipFill rotWithShape="1">
          <a:blip r:embed="rId1">
            <a:alphaModFix/>
          </a:blip>
          <a:srcRect b="0" l="0" r="0" t="0"/>
          <a:stretch/>
        </p:blipFill>
        <p:spPr>
          <a:xfrm>
            <a:off x="0" y="8891259"/>
            <a:ext cx="13004800" cy="9969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5.png"/><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image" Target="../media/image32.png"/><Relationship Id="rId5" Type="http://schemas.openxmlformats.org/officeDocument/2006/relationships/image" Target="../media/image20.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43.png"/><Relationship Id="rId4" Type="http://schemas.openxmlformats.org/officeDocument/2006/relationships/image" Target="../media/image18.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3.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7.png"/><Relationship Id="rId5"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6.png"/><Relationship Id="rId4" Type="http://schemas.openxmlformats.org/officeDocument/2006/relationships/image" Target="../media/image38.png"/><Relationship Id="rId5" Type="http://schemas.openxmlformats.org/officeDocument/2006/relationships/image" Target="../media/image34.png"/><Relationship Id="rId6" Type="http://schemas.openxmlformats.org/officeDocument/2006/relationships/image" Target="../media/image45.png"/><Relationship Id="rId7" Type="http://schemas.openxmlformats.org/officeDocument/2006/relationships/image" Target="../media/image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0.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png"/><Relationship Id="rId4" Type="http://schemas.openxmlformats.org/officeDocument/2006/relationships/image" Target="../media/image51.png"/><Relationship Id="rId5" Type="http://schemas.openxmlformats.org/officeDocument/2006/relationships/image" Target="../media/image48.png"/><Relationship Id="rId6" Type="http://schemas.openxmlformats.org/officeDocument/2006/relationships/image" Target="../media/image5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5"/>
          <p:cNvSpPr txBox="1"/>
          <p:nvPr/>
        </p:nvSpPr>
        <p:spPr>
          <a:xfrm>
            <a:off x="337825" y="3029975"/>
            <a:ext cx="4865700" cy="32364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US" sz="2400">
                <a:latin typeface="Poppins"/>
                <a:ea typeface="Poppins"/>
                <a:cs typeface="Poppins"/>
                <a:sym typeface="Poppins"/>
              </a:rPr>
              <a:t>Integrantes:	</a:t>
            </a:r>
            <a:endParaRPr sz="2400">
              <a:latin typeface="Poppins"/>
              <a:ea typeface="Poppins"/>
              <a:cs typeface="Poppins"/>
              <a:sym typeface="Poppins"/>
            </a:endParaRPr>
          </a:p>
          <a:p>
            <a:pPr indent="-381000" lvl="0" marL="457200" rtl="0" algn="l">
              <a:spcBef>
                <a:spcPts val="0"/>
              </a:spcBef>
              <a:spcAft>
                <a:spcPts val="0"/>
              </a:spcAft>
              <a:buSzPts val="2400"/>
              <a:buFont typeface="Poppins"/>
              <a:buChar char="●"/>
            </a:pPr>
            <a:r>
              <a:rPr lang="en-US" sz="2400">
                <a:latin typeface="Poppins"/>
                <a:ea typeface="Poppins"/>
                <a:cs typeface="Poppins"/>
                <a:sym typeface="Poppins"/>
              </a:rPr>
              <a:t>  Raúl Llamosas Alvarado</a:t>
            </a:r>
            <a:endParaRPr sz="2400">
              <a:latin typeface="Poppins"/>
              <a:ea typeface="Poppins"/>
              <a:cs typeface="Poppins"/>
              <a:sym typeface="Poppins"/>
            </a:endParaRPr>
          </a:p>
          <a:p>
            <a:pPr indent="-381000" lvl="0" marL="457200" rtl="0" algn="l">
              <a:spcBef>
                <a:spcPts val="0"/>
              </a:spcBef>
              <a:spcAft>
                <a:spcPts val="0"/>
              </a:spcAft>
              <a:buSzPts val="2400"/>
              <a:buFont typeface="Poppins"/>
              <a:buChar char="●"/>
            </a:pPr>
            <a:r>
              <a:rPr lang="en-US" sz="2400">
                <a:latin typeface="Poppins"/>
                <a:ea typeface="Poppins"/>
                <a:cs typeface="Poppins"/>
                <a:sym typeface="Poppins"/>
              </a:rPr>
              <a:t>  Eumir Rendon Uresti</a:t>
            </a:r>
            <a:endParaRPr sz="2400">
              <a:latin typeface="Poppins"/>
              <a:ea typeface="Poppins"/>
              <a:cs typeface="Poppins"/>
              <a:sym typeface="Poppins"/>
            </a:endParaRPr>
          </a:p>
          <a:p>
            <a:pPr indent="-381000" lvl="0" marL="457200" rtl="0" algn="l">
              <a:spcBef>
                <a:spcPts val="0"/>
              </a:spcBef>
              <a:spcAft>
                <a:spcPts val="0"/>
              </a:spcAft>
              <a:buSzPts val="2400"/>
              <a:buFont typeface="Poppins"/>
              <a:buChar char="●"/>
            </a:pPr>
            <a:r>
              <a:rPr lang="en-US" sz="2400">
                <a:latin typeface="Poppins"/>
                <a:ea typeface="Poppins"/>
                <a:cs typeface="Poppins"/>
                <a:sym typeface="Poppins"/>
              </a:rPr>
              <a:t>  Gabriela Peña Franco</a:t>
            </a:r>
            <a:endParaRPr sz="2400">
              <a:latin typeface="Poppins"/>
              <a:ea typeface="Poppins"/>
              <a:cs typeface="Poppins"/>
              <a:sym typeface="Poppins"/>
            </a:endParaRPr>
          </a:p>
          <a:p>
            <a:pPr indent="-381000" lvl="0" marL="457200" rtl="0" algn="l">
              <a:spcBef>
                <a:spcPts val="0"/>
              </a:spcBef>
              <a:spcAft>
                <a:spcPts val="0"/>
              </a:spcAft>
              <a:buSzPts val="2400"/>
              <a:buFont typeface="Poppins"/>
              <a:buChar char="●"/>
            </a:pPr>
            <a:r>
              <a:rPr lang="en-US" sz="2400">
                <a:latin typeface="Poppins"/>
                <a:ea typeface="Poppins"/>
                <a:cs typeface="Poppins"/>
                <a:sym typeface="Poppins"/>
              </a:rPr>
              <a:t>  Daniela Ibarra Gatica</a:t>
            </a:r>
            <a:endParaRPr sz="2400">
              <a:latin typeface="Poppins"/>
              <a:ea typeface="Poppins"/>
              <a:cs typeface="Poppins"/>
              <a:sym typeface="Poppins"/>
            </a:endParaRPr>
          </a:p>
          <a:p>
            <a:pPr indent="-381000" lvl="0" marL="457200" rtl="0" algn="l">
              <a:spcBef>
                <a:spcPts val="0"/>
              </a:spcBef>
              <a:spcAft>
                <a:spcPts val="0"/>
              </a:spcAft>
              <a:buSzPts val="2400"/>
              <a:buFont typeface="Poppins"/>
              <a:buChar char="●"/>
            </a:pPr>
            <a:r>
              <a:rPr lang="en-US" sz="2400">
                <a:latin typeface="Poppins"/>
                <a:ea typeface="Poppins"/>
                <a:cs typeface="Poppins"/>
                <a:sym typeface="Poppins"/>
              </a:rPr>
              <a:t>  Randy Jesús García Mejía</a:t>
            </a:r>
            <a:endParaRPr sz="2400">
              <a:latin typeface="Poppins"/>
              <a:ea typeface="Poppins"/>
              <a:cs typeface="Poppins"/>
              <a:sym typeface="Poppins"/>
            </a:endParaRPr>
          </a:p>
          <a:p>
            <a:pPr indent="-381000" lvl="0" marL="457200" rtl="0" algn="l">
              <a:spcBef>
                <a:spcPts val="0"/>
              </a:spcBef>
              <a:spcAft>
                <a:spcPts val="0"/>
              </a:spcAft>
              <a:buSzPts val="2400"/>
              <a:buFont typeface="Poppins"/>
              <a:buChar char="●"/>
            </a:pPr>
            <a:r>
              <a:rPr lang="en-US" sz="2400">
                <a:latin typeface="Poppins"/>
                <a:ea typeface="Poppins"/>
                <a:cs typeface="Poppins"/>
                <a:sym typeface="Poppins"/>
              </a:rPr>
              <a:t>  Daniela Vázquez Sánchez</a:t>
            </a:r>
            <a:endParaRPr sz="2400">
              <a:latin typeface="Poppins"/>
              <a:ea typeface="Poppins"/>
              <a:cs typeface="Poppins"/>
              <a:sym typeface="Poppins"/>
            </a:endParaRPr>
          </a:p>
          <a:p>
            <a:pPr indent="0" lvl="0" marL="457200" rtl="0" algn="l">
              <a:spcBef>
                <a:spcPts val="0"/>
              </a:spcBef>
              <a:spcAft>
                <a:spcPts val="0"/>
              </a:spcAft>
              <a:buNone/>
            </a:pPr>
            <a:r>
              <a:t/>
            </a:r>
            <a:endParaRPr sz="2400">
              <a:latin typeface="Poppins"/>
              <a:ea typeface="Poppins"/>
              <a:cs typeface="Poppins"/>
              <a:sym typeface="Poppins"/>
            </a:endParaRPr>
          </a:p>
        </p:txBody>
      </p:sp>
      <p:sp>
        <p:nvSpPr>
          <p:cNvPr id="59" name="Google Shape;59;p15"/>
          <p:cNvSpPr txBox="1"/>
          <p:nvPr/>
        </p:nvSpPr>
        <p:spPr>
          <a:xfrm>
            <a:off x="337825" y="1542650"/>
            <a:ext cx="12504000" cy="13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800">
                <a:solidFill>
                  <a:srgbClr val="204C68"/>
                </a:solidFill>
                <a:latin typeface="Poppins"/>
                <a:ea typeface="Poppins"/>
                <a:cs typeface="Poppins"/>
                <a:sym typeface="Poppins"/>
              </a:rPr>
              <a:t>Proyecto modulo 5</a:t>
            </a:r>
            <a:endParaRPr b="1" sz="3800">
              <a:solidFill>
                <a:srgbClr val="204C6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2700">
                <a:solidFill>
                  <a:srgbClr val="1F1F1F"/>
                </a:solidFill>
                <a:latin typeface="Poppins"/>
                <a:ea typeface="Poppins"/>
                <a:cs typeface="Poppins"/>
                <a:sym typeface="Poppins"/>
              </a:rPr>
              <a:t>Pronóstico de Demanda Espaciotemporal para Bicicletas Compartidas</a:t>
            </a:r>
            <a:endParaRPr sz="2700">
              <a:solidFill>
                <a:srgbClr val="1F1F1F"/>
              </a:solidFill>
              <a:latin typeface="Poppins"/>
              <a:ea typeface="Poppins"/>
              <a:cs typeface="Poppins"/>
              <a:sym typeface="Poppins"/>
            </a:endParaRPr>
          </a:p>
          <a:p>
            <a:pPr indent="0" lvl="0" marL="0" rtl="0" algn="l">
              <a:spcBef>
                <a:spcPts val="0"/>
              </a:spcBef>
              <a:spcAft>
                <a:spcPts val="0"/>
              </a:spcAft>
              <a:buNone/>
            </a:pPr>
            <a:r>
              <a:t/>
            </a:r>
            <a:endParaRPr sz="3800"/>
          </a:p>
        </p:txBody>
      </p:sp>
      <p:pic>
        <p:nvPicPr>
          <p:cNvPr id="60" name="Google Shape;60;p15"/>
          <p:cNvPicPr preferRelativeResize="0"/>
          <p:nvPr/>
        </p:nvPicPr>
        <p:blipFill>
          <a:blip r:embed="rId3">
            <a:alphaModFix/>
          </a:blip>
          <a:stretch>
            <a:fillRect/>
          </a:stretch>
        </p:blipFill>
        <p:spPr>
          <a:xfrm>
            <a:off x="6459050" y="3029975"/>
            <a:ext cx="3086676" cy="3086676"/>
          </a:xfrm>
          <a:prstGeom prst="rect">
            <a:avLst/>
          </a:prstGeom>
          <a:noFill/>
          <a:ln>
            <a:noFill/>
          </a:ln>
        </p:spPr>
      </p:pic>
      <p:sp>
        <p:nvSpPr>
          <p:cNvPr id="61" name="Google Shape;61;p15"/>
          <p:cNvSpPr txBox="1"/>
          <p:nvPr/>
        </p:nvSpPr>
        <p:spPr>
          <a:xfrm>
            <a:off x="2617400" y="1968650"/>
            <a:ext cx="430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16"/>
          <p:cNvSpPr/>
          <p:nvPr/>
        </p:nvSpPr>
        <p:spPr>
          <a:xfrm>
            <a:off x="682752" y="650240"/>
            <a:ext cx="8778300" cy="4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E78"/>
              </a:buClr>
              <a:buSzPts val="1500"/>
              <a:buFont typeface="Arial"/>
              <a:buNone/>
            </a:pPr>
            <a:r>
              <a:rPr b="1" i="0" lang="en-US" sz="1500" u="none" cap="none" strike="noStrike">
                <a:solidFill>
                  <a:srgbClr val="214C68"/>
                </a:solidFill>
                <a:latin typeface="Poppins"/>
                <a:ea typeface="Poppins"/>
                <a:cs typeface="Poppins"/>
                <a:sym typeface="Poppins"/>
              </a:rPr>
              <a:t>INTRODUCCIÓN</a:t>
            </a:r>
            <a:endParaRPr b="1" i="0" sz="1500" u="none" cap="none" strike="noStrike">
              <a:solidFill>
                <a:srgbClr val="214C68"/>
              </a:solidFill>
              <a:latin typeface="Poppins"/>
              <a:ea typeface="Poppins"/>
              <a:cs typeface="Poppins"/>
              <a:sym typeface="Poppins"/>
            </a:endParaRPr>
          </a:p>
        </p:txBody>
      </p:sp>
      <p:sp>
        <p:nvSpPr>
          <p:cNvPr id="68" name="Google Shape;68;p16"/>
          <p:cNvSpPr/>
          <p:nvPr/>
        </p:nvSpPr>
        <p:spPr>
          <a:xfrm>
            <a:off x="682752" y="1105408"/>
            <a:ext cx="11606700" cy="123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B45"/>
              </a:buClr>
              <a:buSzPts val="3700"/>
              <a:buFont typeface="Cambria"/>
              <a:buNone/>
            </a:pPr>
            <a:r>
              <a:rPr b="1" i="0" lang="en-US" sz="3700" u="none" cap="none" strike="noStrike">
                <a:solidFill>
                  <a:srgbClr val="0D2B45"/>
                </a:solidFill>
                <a:latin typeface="Poppins"/>
                <a:ea typeface="Poppins"/>
                <a:cs typeface="Poppins"/>
                <a:sym typeface="Poppins"/>
              </a:rPr>
              <a:t>El problema a resolver</a:t>
            </a:r>
            <a:endParaRPr b="1" i="0" sz="3700" u="none" cap="none" strike="noStrike">
              <a:solidFill>
                <a:schemeClr val="dk1"/>
              </a:solidFill>
              <a:latin typeface="Poppins"/>
              <a:ea typeface="Poppins"/>
              <a:cs typeface="Poppins"/>
              <a:sym typeface="Poppins"/>
            </a:endParaRPr>
          </a:p>
        </p:txBody>
      </p:sp>
      <p:sp>
        <p:nvSpPr>
          <p:cNvPr id="69" name="Google Shape;69;p16"/>
          <p:cNvSpPr/>
          <p:nvPr/>
        </p:nvSpPr>
        <p:spPr>
          <a:xfrm>
            <a:off x="682752" y="2600960"/>
            <a:ext cx="5949900" cy="6047100"/>
          </a:xfrm>
          <a:prstGeom prst="roundRect">
            <a:avLst>
              <a:gd fmla="val 2581" name="adj"/>
            </a:avLst>
          </a:prstGeom>
          <a:solidFill>
            <a:srgbClr val="214C68"/>
          </a:solidFill>
          <a:ln>
            <a:noFill/>
          </a:ln>
          <a:effectLst>
            <a:outerShdw blurRad="120415" rotWithShape="0" algn="bl" dir="5400000" dist="45156">
              <a:srgbClr val="0D2B45">
                <a:alpha val="1607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70" name="Google Shape;70;p16"/>
          <p:cNvSpPr/>
          <p:nvPr/>
        </p:nvSpPr>
        <p:spPr>
          <a:xfrm>
            <a:off x="1024128" y="3121152"/>
            <a:ext cx="829200" cy="1105500"/>
          </a:xfrm>
          <a:prstGeom prst="ellipse">
            <a:avLst/>
          </a:prstGeom>
          <a:solidFill>
            <a:srgbClr val="0E6E78"/>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71" name="Google Shape;71;p16"/>
          <p:cNvPicPr preferRelativeResize="0"/>
          <p:nvPr/>
        </p:nvPicPr>
        <p:blipFill rotWithShape="1">
          <a:blip r:embed="rId3">
            <a:alphaModFix/>
          </a:blip>
          <a:srcRect b="0" l="0" r="0" t="0"/>
          <a:stretch/>
        </p:blipFill>
        <p:spPr>
          <a:xfrm>
            <a:off x="1131905" y="3264855"/>
            <a:ext cx="613501" cy="613501"/>
          </a:xfrm>
          <a:prstGeom prst="rect">
            <a:avLst/>
          </a:prstGeom>
          <a:noFill/>
          <a:ln>
            <a:noFill/>
          </a:ln>
        </p:spPr>
      </p:pic>
      <p:sp>
        <p:nvSpPr>
          <p:cNvPr id="72" name="Google Shape;72;p16"/>
          <p:cNvSpPr/>
          <p:nvPr/>
        </p:nvSpPr>
        <p:spPr>
          <a:xfrm>
            <a:off x="2048256" y="3251200"/>
            <a:ext cx="4291500" cy="7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1" i="0" lang="en-US" sz="2100" u="none" cap="none" strike="noStrike">
                <a:solidFill>
                  <a:srgbClr val="FFFFFF"/>
                </a:solidFill>
                <a:latin typeface="Poppins"/>
                <a:ea typeface="Poppins"/>
                <a:cs typeface="Poppins"/>
                <a:sym typeface="Poppins"/>
              </a:rPr>
              <a:t>Demanda espaciotemporal</a:t>
            </a:r>
            <a:endParaRPr b="1" i="0" sz="2100" u="none" cap="none" strike="noStrike">
              <a:solidFill>
                <a:schemeClr val="dk1"/>
              </a:solidFill>
              <a:latin typeface="Poppins"/>
              <a:ea typeface="Poppins"/>
              <a:cs typeface="Poppins"/>
              <a:sym typeface="Poppins"/>
            </a:endParaRPr>
          </a:p>
        </p:txBody>
      </p:sp>
      <p:sp>
        <p:nvSpPr>
          <p:cNvPr id="73" name="Google Shape;73;p16"/>
          <p:cNvSpPr/>
          <p:nvPr/>
        </p:nvSpPr>
        <p:spPr>
          <a:xfrm>
            <a:off x="1024128" y="4551680"/>
            <a:ext cx="5266800" cy="1820700"/>
          </a:xfrm>
          <a:prstGeom prst="rect">
            <a:avLst/>
          </a:prstGeom>
          <a:noFill/>
          <a:ln>
            <a:noFill/>
          </a:ln>
        </p:spPr>
        <p:txBody>
          <a:bodyPr anchorCtr="0" anchor="ctr" bIns="0" lIns="0" spcFirstLastPara="1" rIns="0" wrap="square" tIns="0">
            <a:noAutofit/>
          </a:bodyPr>
          <a:lstStyle/>
          <a:p>
            <a:pPr indent="0" lvl="0" marL="0" marR="0" rtl="0" algn="l">
              <a:lnSpc>
                <a:spcPct val="148387"/>
              </a:lnSpc>
              <a:spcBef>
                <a:spcPts val="0"/>
              </a:spcBef>
              <a:spcAft>
                <a:spcPts val="0"/>
              </a:spcAft>
              <a:buClr>
                <a:srgbClr val="D6E2EC"/>
              </a:buClr>
              <a:buSzPts val="1800"/>
              <a:buFont typeface="Arial"/>
              <a:buNone/>
            </a:pPr>
            <a:r>
              <a:rPr i="0" lang="en-US" sz="1800" u="none" cap="none" strike="noStrike">
                <a:solidFill>
                  <a:srgbClr val="D6E2EC"/>
                </a:solidFill>
                <a:latin typeface="Poppins"/>
                <a:ea typeface="Poppins"/>
                <a:cs typeface="Poppins"/>
                <a:sym typeface="Poppins"/>
              </a:rPr>
              <a:t>Predecir la cantidad de bicicletas alquiladas por hora a partir de variables meteorológicas e indicadores temporales, capturando la fuerte estacionalidad del sistema.</a:t>
            </a:r>
            <a:endParaRPr i="0" sz="1800" u="none" cap="none" strike="noStrike">
              <a:solidFill>
                <a:schemeClr val="dk1"/>
              </a:solidFill>
              <a:latin typeface="Poppins"/>
              <a:ea typeface="Poppins"/>
              <a:cs typeface="Poppins"/>
              <a:sym typeface="Poppins"/>
            </a:endParaRPr>
          </a:p>
        </p:txBody>
      </p:sp>
      <p:sp>
        <p:nvSpPr>
          <p:cNvPr id="74" name="Google Shape;74;p16"/>
          <p:cNvSpPr/>
          <p:nvPr/>
        </p:nvSpPr>
        <p:spPr>
          <a:xfrm>
            <a:off x="1024128" y="7022592"/>
            <a:ext cx="5266800" cy="1235700"/>
          </a:xfrm>
          <a:prstGeom prst="roundRect">
            <a:avLst>
              <a:gd fmla="val 8421" name="adj"/>
            </a:avLst>
          </a:prstGeom>
          <a:solidFill>
            <a:srgbClr val="143A5A"/>
          </a:solidFill>
          <a:ln>
            <a:noFill/>
          </a:ln>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75" name="Google Shape;75;p16"/>
          <p:cNvSpPr/>
          <p:nvPr/>
        </p:nvSpPr>
        <p:spPr>
          <a:xfrm>
            <a:off x="1267968" y="7152640"/>
            <a:ext cx="4876800" cy="975300"/>
          </a:xfrm>
          <a:prstGeom prst="rect">
            <a:avLst/>
          </a:prstGeom>
          <a:noFill/>
          <a:ln>
            <a:noFill/>
          </a:ln>
        </p:spPr>
        <p:txBody>
          <a:bodyPr anchorCtr="0" anchor="ctr" bIns="0" lIns="0" spcFirstLastPara="1" rIns="0" wrap="square" tIns="0">
            <a:noAutofit/>
          </a:bodyPr>
          <a:lstStyle/>
          <a:p>
            <a:pPr indent="0" lvl="0" marL="0" marR="0" rtl="0" algn="l">
              <a:lnSpc>
                <a:spcPct val="125925"/>
              </a:lnSpc>
              <a:spcBef>
                <a:spcPts val="0"/>
              </a:spcBef>
              <a:spcAft>
                <a:spcPts val="0"/>
              </a:spcAft>
              <a:buClr>
                <a:srgbClr val="F5A623"/>
              </a:buClr>
              <a:buSzPts val="1300"/>
              <a:buFont typeface="Arial"/>
              <a:buNone/>
            </a:pPr>
            <a:r>
              <a:rPr b="1" i="0" lang="en-US" sz="1300" u="none" cap="none" strike="noStrike">
                <a:solidFill>
                  <a:srgbClr val="F5A623"/>
                </a:solidFill>
                <a:latin typeface="Poppins"/>
                <a:ea typeface="Poppins"/>
                <a:cs typeface="Poppins"/>
                <a:sym typeface="Poppins"/>
              </a:rPr>
              <a:t>BASE DE DATOS</a:t>
            </a:r>
            <a:br>
              <a:rPr i="0" lang="en-US" sz="1300" u="none" cap="none" strike="noStrike">
                <a:solidFill>
                  <a:srgbClr val="F5A623"/>
                </a:solidFill>
                <a:latin typeface="Poppins"/>
                <a:ea typeface="Poppins"/>
                <a:cs typeface="Poppins"/>
                <a:sym typeface="Poppins"/>
              </a:rPr>
            </a:br>
            <a:r>
              <a:rPr i="0" lang="en-US" sz="1600" u="none" cap="none" strike="noStrike">
                <a:solidFill>
                  <a:srgbClr val="FFFFFF"/>
                </a:solidFill>
                <a:latin typeface="Poppins"/>
                <a:ea typeface="Poppins"/>
                <a:cs typeface="Poppins"/>
                <a:sym typeface="Poppins"/>
              </a:rPr>
              <a:t>Seoul Bike Sharing Demand — UCI Machine Learning Repository</a:t>
            </a:r>
            <a:endParaRPr i="0" sz="1300" u="none" cap="none" strike="noStrike">
              <a:solidFill>
                <a:schemeClr val="dk1"/>
              </a:solidFill>
              <a:latin typeface="Poppins"/>
              <a:ea typeface="Poppins"/>
              <a:cs typeface="Poppins"/>
              <a:sym typeface="Poppins"/>
            </a:endParaRPr>
          </a:p>
        </p:txBody>
      </p:sp>
      <p:sp>
        <p:nvSpPr>
          <p:cNvPr id="76" name="Google Shape;76;p16"/>
          <p:cNvSpPr/>
          <p:nvPr/>
        </p:nvSpPr>
        <p:spPr>
          <a:xfrm>
            <a:off x="6925056" y="2600960"/>
            <a:ext cx="5364600" cy="65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B45"/>
              </a:buClr>
              <a:buSzPts val="2100"/>
              <a:buFont typeface="Cambria"/>
              <a:buNone/>
            </a:pPr>
            <a:r>
              <a:rPr b="1" i="0" lang="en-US" sz="2100" u="none" cap="none" strike="noStrike">
                <a:solidFill>
                  <a:srgbClr val="0D2B45"/>
                </a:solidFill>
                <a:latin typeface="Cambria"/>
                <a:ea typeface="Cambria"/>
                <a:cs typeface="Cambria"/>
                <a:sym typeface="Cambria"/>
              </a:rPr>
              <a:t>¿Qué información usamos?</a:t>
            </a:r>
            <a:endParaRPr b="0" i="0" sz="2100" u="none" cap="none" strike="noStrike">
              <a:solidFill>
                <a:schemeClr val="dk1"/>
              </a:solidFill>
              <a:latin typeface="Calibri"/>
              <a:ea typeface="Calibri"/>
              <a:cs typeface="Calibri"/>
              <a:sym typeface="Calibri"/>
            </a:endParaRPr>
          </a:p>
        </p:txBody>
      </p:sp>
      <p:sp>
        <p:nvSpPr>
          <p:cNvPr id="77" name="Google Shape;77;p16"/>
          <p:cNvSpPr/>
          <p:nvPr/>
        </p:nvSpPr>
        <p:spPr>
          <a:xfrm>
            <a:off x="6925056" y="3446272"/>
            <a:ext cx="643800" cy="858600"/>
          </a:xfrm>
          <a:prstGeom prst="ellipse">
            <a:avLst/>
          </a:prstGeom>
          <a:solidFill>
            <a:srgbClr val="2A9D8F"/>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78" name="Google Shape;78;p16"/>
          <p:cNvPicPr preferRelativeResize="0"/>
          <p:nvPr/>
        </p:nvPicPr>
        <p:blipFill rotWithShape="1">
          <a:blip r:embed="rId4">
            <a:alphaModFix/>
          </a:blip>
          <a:srcRect b="0" l="0" r="0" t="0"/>
          <a:stretch/>
        </p:blipFill>
        <p:spPr>
          <a:xfrm>
            <a:off x="7008742" y="3557854"/>
            <a:ext cx="476366" cy="476366"/>
          </a:xfrm>
          <a:prstGeom prst="rect">
            <a:avLst/>
          </a:prstGeom>
          <a:noFill/>
          <a:ln>
            <a:noFill/>
          </a:ln>
        </p:spPr>
      </p:pic>
      <p:sp>
        <p:nvSpPr>
          <p:cNvPr id="79" name="Google Shape;79;p16"/>
          <p:cNvSpPr/>
          <p:nvPr/>
        </p:nvSpPr>
        <p:spPr>
          <a:xfrm>
            <a:off x="7754112" y="3420262"/>
            <a:ext cx="4486800" cy="52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900"/>
              <a:buFont typeface="Arial"/>
              <a:buNone/>
            </a:pPr>
            <a:r>
              <a:rPr b="1" i="0" lang="en-US" sz="1900" u="none" cap="none" strike="noStrike">
                <a:solidFill>
                  <a:srgbClr val="1E293B"/>
                </a:solidFill>
                <a:latin typeface="Poppins"/>
                <a:ea typeface="Poppins"/>
                <a:cs typeface="Poppins"/>
                <a:sym typeface="Poppins"/>
              </a:rPr>
              <a:t>Meteorológicas</a:t>
            </a:r>
            <a:endParaRPr b="1" i="0" sz="1900" u="none" cap="none" strike="noStrike">
              <a:solidFill>
                <a:schemeClr val="dk1"/>
              </a:solidFill>
              <a:latin typeface="Poppins"/>
              <a:ea typeface="Poppins"/>
              <a:cs typeface="Poppins"/>
              <a:sym typeface="Poppins"/>
            </a:endParaRPr>
          </a:p>
        </p:txBody>
      </p:sp>
      <p:sp>
        <p:nvSpPr>
          <p:cNvPr id="80" name="Google Shape;80;p16"/>
          <p:cNvSpPr/>
          <p:nvPr/>
        </p:nvSpPr>
        <p:spPr>
          <a:xfrm>
            <a:off x="7754112" y="3966464"/>
            <a:ext cx="4584300" cy="9105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64748B"/>
              </a:buClr>
              <a:buSzPts val="1500"/>
              <a:buFont typeface="Arial"/>
              <a:buNone/>
            </a:pPr>
            <a:r>
              <a:rPr i="0" lang="en-US" sz="1500" u="none" cap="none" strike="noStrike">
                <a:solidFill>
                  <a:srgbClr val="64748B"/>
                </a:solidFill>
                <a:latin typeface="Poppins"/>
                <a:ea typeface="Poppins"/>
                <a:cs typeface="Poppins"/>
                <a:sym typeface="Poppins"/>
              </a:rPr>
              <a:t>Temperatura, humedad, viento, visibilidad, radiación solar, lluvia y nieve.</a:t>
            </a:r>
            <a:endParaRPr i="0" sz="1500" u="none" cap="none" strike="noStrike">
              <a:solidFill>
                <a:schemeClr val="dk1"/>
              </a:solidFill>
              <a:latin typeface="Poppins"/>
              <a:ea typeface="Poppins"/>
              <a:cs typeface="Poppins"/>
              <a:sym typeface="Poppins"/>
            </a:endParaRPr>
          </a:p>
        </p:txBody>
      </p:sp>
      <p:sp>
        <p:nvSpPr>
          <p:cNvPr id="81" name="Google Shape;81;p16"/>
          <p:cNvSpPr/>
          <p:nvPr/>
        </p:nvSpPr>
        <p:spPr>
          <a:xfrm>
            <a:off x="6925056" y="5162906"/>
            <a:ext cx="643800" cy="858600"/>
          </a:xfrm>
          <a:prstGeom prst="ellipse">
            <a:avLst/>
          </a:prstGeom>
          <a:solidFill>
            <a:srgbClr val="F5A623"/>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82" name="Google Shape;82;p16"/>
          <p:cNvPicPr preferRelativeResize="0"/>
          <p:nvPr/>
        </p:nvPicPr>
        <p:blipFill rotWithShape="1">
          <a:blip r:embed="rId5">
            <a:alphaModFix/>
          </a:blip>
          <a:srcRect b="0" l="0" r="0" t="0"/>
          <a:stretch/>
        </p:blipFill>
        <p:spPr>
          <a:xfrm>
            <a:off x="7008742" y="5274487"/>
            <a:ext cx="476366" cy="476366"/>
          </a:xfrm>
          <a:prstGeom prst="rect">
            <a:avLst/>
          </a:prstGeom>
          <a:noFill/>
          <a:ln>
            <a:noFill/>
          </a:ln>
        </p:spPr>
      </p:pic>
      <p:sp>
        <p:nvSpPr>
          <p:cNvPr id="83" name="Google Shape;83;p16"/>
          <p:cNvSpPr/>
          <p:nvPr/>
        </p:nvSpPr>
        <p:spPr>
          <a:xfrm>
            <a:off x="7754112" y="5136896"/>
            <a:ext cx="4486800" cy="52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900"/>
              <a:buFont typeface="Arial"/>
              <a:buNone/>
            </a:pPr>
            <a:r>
              <a:rPr b="1" i="0" lang="en-US" sz="1900" u="none" cap="none" strike="noStrike">
                <a:solidFill>
                  <a:srgbClr val="1E293B"/>
                </a:solidFill>
                <a:latin typeface="Poppins"/>
                <a:ea typeface="Poppins"/>
                <a:cs typeface="Poppins"/>
                <a:sym typeface="Poppins"/>
              </a:rPr>
              <a:t>Temporales</a:t>
            </a:r>
            <a:endParaRPr b="1" i="0" sz="1900" u="none" cap="none" strike="noStrike">
              <a:solidFill>
                <a:schemeClr val="dk1"/>
              </a:solidFill>
              <a:latin typeface="Poppins"/>
              <a:ea typeface="Poppins"/>
              <a:cs typeface="Poppins"/>
              <a:sym typeface="Poppins"/>
            </a:endParaRPr>
          </a:p>
        </p:txBody>
      </p:sp>
      <p:sp>
        <p:nvSpPr>
          <p:cNvPr id="84" name="Google Shape;84;p16"/>
          <p:cNvSpPr/>
          <p:nvPr/>
        </p:nvSpPr>
        <p:spPr>
          <a:xfrm>
            <a:off x="7754112" y="5683098"/>
            <a:ext cx="4584300" cy="9105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64748B"/>
              </a:buClr>
              <a:buSzPts val="1500"/>
              <a:buFont typeface="Arial"/>
              <a:buNone/>
            </a:pPr>
            <a:r>
              <a:rPr i="0" lang="en-US" sz="1500" u="none" cap="none" strike="noStrike">
                <a:solidFill>
                  <a:srgbClr val="64748B"/>
                </a:solidFill>
                <a:latin typeface="Poppins"/>
                <a:ea typeface="Poppins"/>
                <a:cs typeface="Poppins"/>
                <a:sym typeface="Poppins"/>
              </a:rPr>
              <a:t>Hora, día de la semana, mes y temporada del año.</a:t>
            </a:r>
            <a:endParaRPr i="0" sz="1500" u="none" cap="none" strike="noStrike">
              <a:solidFill>
                <a:schemeClr val="dk1"/>
              </a:solidFill>
              <a:latin typeface="Poppins"/>
              <a:ea typeface="Poppins"/>
              <a:cs typeface="Poppins"/>
              <a:sym typeface="Poppins"/>
            </a:endParaRPr>
          </a:p>
        </p:txBody>
      </p:sp>
      <p:sp>
        <p:nvSpPr>
          <p:cNvPr id="85" name="Google Shape;85;p16"/>
          <p:cNvSpPr/>
          <p:nvPr/>
        </p:nvSpPr>
        <p:spPr>
          <a:xfrm>
            <a:off x="6925056" y="6879539"/>
            <a:ext cx="643800" cy="858600"/>
          </a:xfrm>
          <a:prstGeom prst="ellipse">
            <a:avLst/>
          </a:prstGeom>
          <a:solidFill>
            <a:srgbClr val="0E6E78"/>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86" name="Google Shape;86;p16"/>
          <p:cNvPicPr preferRelativeResize="0"/>
          <p:nvPr/>
        </p:nvPicPr>
        <p:blipFill rotWithShape="1">
          <a:blip r:embed="rId6">
            <a:alphaModFix/>
          </a:blip>
          <a:srcRect b="0" l="0" r="0" t="0"/>
          <a:stretch/>
        </p:blipFill>
        <p:spPr>
          <a:xfrm>
            <a:off x="7008742" y="6991121"/>
            <a:ext cx="476366" cy="476366"/>
          </a:xfrm>
          <a:prstGeom prst="rect">
            <a:avLst/>
          </a:prstGeom>
          <a:noFill/>
          <a:ln>
            <a:noFill/>
          </a:ln>
        </p:spPr>
      </p:pic>
      <p:sp>
        <p:nvSpPr>
          <p:cNvPr id="87" name="Google Shape;87;p16"/>
          <p:cNvSpPr/>
          <p:nvPr/>
        </p:nvSpPr>
        <p:spPr>
          <a:xfrm>
            <a:off x="7754112" y="6853530"/>
            <a:ext cx="4486800" cy="52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900"/>
              <a:buFont typeface="Arial"/>
              <a:buNone/>
            </a:pPr>
            <a:r>
              <a:rPr b="1" i="0" lang="en-US" sz="1900" u="none" cap="none" strike="noStrike">
                <a:solidFill>
                  <a:srgbClr val="1E293B"/>
                </a:solidFill>
                <a:latin typeface="Poppins"/>
                <a:ea typeface="Poppins"/>
                <a:cs typeface="Poppins"/>
                <a:sym typeface="Poppins"/>
              </a:rPr>
              <a:t>Calendario</a:t>
            </a:r>
            <a:endParaRPr b="1" i="0" sz="1900" u="none" cap="none" strike="noStrike">
              <a:solidFill>
                <a:schemeClr val="dk1"/>
              </a:solidFill>
              <a:latin typeface="Poppins"/>
              <a:ea typeface="Poppins"/>
              <a:cs typeface="Poppins"/>
              <a:sym typeface="Poppins"/>
            </a:endParaRPr>
          </a:p>
        </p:txBody>
      </p:sp>
      <p:sp>
        <p:nvSpPr>
          <p:cNvPr id="88" name="Google Shape;88;p16"/>
          <p:cNvSpPr/>
          <p:nvPr/>
        </p:nvSpPr>
        <p:spPr>
          <a:xfrm>
            <a:off x="7754112" y="7399731"/>
            <a:ext cx="4584300" cy="9105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64748B"/>
              </a:buClr>
              <a:buSzPts val="1500"/>
              <a:buFont typeface="Arial"/>
              <a:buNone/>
            </a:pPr>
            <a:r>
              <a:rPr i="0" lang="en-US" sz="1500" u="none" cap="none" strike="noStrike">
                <a:solidFill>
                  <a:srgbClr val="64748B"/>
                </a:solidFill>
                <a:latin typeface="Poppins"/>
                <a:ea typeface="Poppins"/>
                <a:cs typeface="Poppins"/>
                <a:sym typeface="Poppins"/>
              </a:rPr>
              <a:t>Día festivo, fin de semana y día operativo del sistema.</a:t>
            </a:r>
            <a:endParaRPr i="0" sz="1500" u="none" cap="none" strike="noStrike">
              <a:solidFill>
                <a:schemeClr val="dk1"/>
              </a:solidFill>
              <a:latin typeface="Poppins"/>
              <a:ea typeface="Poppins"/>
              <a:cs typeface="Poppins"/>
              <a:sym typeface="Poppins"/>
            </a:endParaRPr>
          </a:p>
        </p:txBody>
      </p:sp>
      <p:sp>
        <p:nvSpPr>
          <p:cNvPr id="89" name="Google Shape;89;p16"/>
          <p:cNvSpPr/>
          <p:nvPr/>
        </p:nvSpPr>
        <p:spPr>
          <a:xfrm>
            <a:off x="12077883" y="9038336"/>
            <a:ext cx="585300" cy="455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03</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17"/>
          <p:cNvSpPr/>
          <p:nvPr/>
        </p:nvSpPr>
        <p:spPr>
          <a:xfrm>
            <a:off x="682752" y="650240"/>
            <a:ext cx="8778300" cy="4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E78"/>
              </a:buClr>
              <a:buSzPts val="1500"/>
              <a:buFont typeface="Arial"/>
              <a:buNone/>
            </a:pPr>
            <a:r>
              <a:rPr b="1" i="0" lang="en-US" sz="1500" u="none" cap="none" strike="noStrike">
                <a:solidFill>
                  <a:srgbClr val="214C68"/>
                </a:solidFill>
                <a:latin typeface="Poppins"/>
                <a:ea typeface="Poppins"/>
                <a:cs typeface="Poppins"/>
                <a:sym typeface="Poppins"/>
              </a:rPr>
              <a:t>INTRODUCCIÓN</a:t>
            </a:r>
            <a:endParaRPr b="1" i="0" sz="1500" u="none" cap="none" strike="noStrike">
              <a:solidFill>
                <a:srgbClr val="214C68"/>
              </a:solidFill>
              <a:latin typeface="Poppins"/>
              <a:ea typeface="Poppins"/>
              <a:cs typeface="Poppins"/>
              <a:sym typeface="Poppins"/>
            </a:endParaRPr>
          </a:p>
        </p:txBody>
      </p:sp>
      <p:sp>
        <p:nvSpPr>
          <p:cNvPr id="96" name="Google Shape;96;p17"/>
          <p:cNvSpPr/>
          <p:nvPr/>
        </p:nvSpPr>
        <p:spPr>
          <a:xfrm>
            <a:off x="682752" y="1105408"/>
            <a:ext cx="11606700" cy="123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B45"/>
              </a:buClr>
              <a:buSzPts val="3700"/>
              <a:buFont typeface="Cambria"/>
              <a:buNone/>
            </a:pPr>
            <a:r>
              <a:rPr b="1" i="0" lang="en-US" sz="3700" u="none" cap="none" strike="noStrike">
                <a:solidFill>
                  <a:srgbClr val="0D2B45"/>
                </a:solidFill>
                <a:latin typeface="Poppins"/>
                <a:ea typeface="Poppins"/>
                <a:cs typeface="Poppins"/>
                <a:sym typeface="Poppins"/>
              </a:rPr>
              <a:t>Metodología y organización del código</a:t>
            </a:r>
            <a:endParaRPr b="1" i="0" sz="3700" u="none" cap="none" strike="noStrike">
              <a:solidFill>
                <a:schemeClr val="dk1"/>
              </a:solidFill>
              <a:latin typeface="Poppins"/>
              <a:ea typeface="Poppins"/>
              <a:cs typeface="Poppins"/>
              <a:sym typeface="Poppins"/>
            </a:endParaRPr>
          </a:p>
        </p:txBody>
      </p:sp>
      <p:sp>
        <p:nvSpPr>
          <p:cNvPr id="97" name="Google Shape;97;p17"/>
          <p:cNvSpPr/>
          <p:nvPr/>
        </p:nvSpPr>
        <p:spPr>
          <a:xfrm>
            <a:off x="682752" y="2731008"/>
            <a:ext cx="585300" cy="780300"/>
          </a:xfrm>
          <a:prstGeom prst="ellipse">
            <a:avLst/>
          </a:prstGeom>
          <a:solidFill>
            <a:srgbClr val="2A9D8F"/>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98" name="Google Shape;98;p17"/>
          <p:cNvPicPr preferRelativeResize="0"/>
          <p:nvPr/>
        </p:nvPicPr>
        <p:blipFill rotWithShape="1">
          <a:blip r:embed="rId3">
            <a:alphaModFix/>
          </a:blip>
          <a:srcRect b="0" l="0" r="0" t="0"/>
          <a:stretch/>
        </p:blipFill>
        <p:spPr>
          <a:xfrm>
            <a:off x="758830" y="2832445"/>
            <a:ext cx="433060" cy="433060"/>
          </a:xfrm>
          <a:prstGeom prst="rect">
            <a:avLst/>
          </a:prstGeom>
          <a:noFill/>
          <a:ln>
            <a:noFill/>
          </a:ln>
        </p:spPr>
      </p:pic>
      <p:sp>
        <p:nvSpPr>
          <p:cNvPr id="99" name="Google Shape;99;p17"/>
          <p:cNvSpPr/>
          <p:nvPr/>
        </p:nvSpPr>
        <p:spPr>
          <a:xfrm>
            <a:off x="1443533" y="2678989"/>
            <a:ext cx="4876800" cy="52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Arial"/>
              <a:buNone/>
            </a:pPr>
            <a:r>
              <a:rPr b="1" i="0" lang="en-US" sz="1800" u="none" cap="none" strike="noStrike">
                <a:solidFill>
                  <a:srgbClr val="1E293B"/>
                </a:solidFill>
                <a:latin typeface="Poppins"/>
                <a:ea typeface="Poppins"/>
                <a:cs typeface="Poppins"/>
                <a:sym typeface="Poppins"/>
              </a:rPr>
              <a:t>Limpieza + EDA</a:t>
            </a:r>
            <a:endParaRPr b="1" i="0" sz="1800" u="none" cap="none" strike="noStrike">
              <a:solidFill>
                <a:schemeClr val="dk1"/>
              </a:solidFill>
              <a:latin typeface="Poppins"/>
              <a:ea typeface="Poppins"/>
              <a:cs typeface="Poppins"/>
              <a:sym typeface="Poppins"/>
            </a:endParaRPr>
          </a:p>
        </p:txBody>
      </p:sp>
      <p:sp>
        <p:nvSpPr>
          <p:cNvPr id="100" name="Google Shape;100;p17"/>
          <p:cNvSpPr/>
          <p:nvPr/>
        </p:nvSpPr>
        <p:spPr>
          <a:xfrm>
            <a:off x="1443533" y="3199181"/>
            <a:ext cx="5072100" cy="650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4748B"/>
              </a:buClr>
              <a:buSzPts val="1500"/>
              <a:buFont typeface="Arial"/>
              <a:buNone/>
            </a:pPr>
            <a:r>
              <a:rPr i="0" lang="en-US" sz="1500" u="none" cap="none" strike="noStrike">
                <a:solidFill>
                  <a:srgbClr val="64748B"/>
                </a:solidFill>
                <a:latin typeface="Poppins"/>
                <a:ea typeface="Poppins"/>
                <a:cs typeface="Poppins"/>
                <a:sym typeface="Poppins"/>
              </a:rPr>
              <a:t>Codificación y creación de variables categóricas y cíclicas.</a:t>
            </a:r>
            <a:endParaRPr i="0" sz="1500" u="none" cap="none" strike="noStrike">
              <a:solidFill>
                <a:schemeClr val="dk1"/>
              </a:solidFill>
              <a:latin typeface="Poppins"/>
              <a:ea typeface="Poppins"/>
              <a:cs typeface="Poppins"/>
              <a:sym typeface="Poppins"/>
            </a:endParaRPr>
          </a:p>
        </p:txBody>
      </p:sp>
      <p:sp>
        <p:nvSpPr>
          <p:cNvPr id="101" name="Google Shape;101;p17"/>
          <p:cNvSpPr/>
          <p:nvPr/>
        </p:nvSpPr>
        <p:spPr>
          <a:xfrm>
            <a:off x="682752" y="4187546"/>
            <a:ext cx="585300" cy="780300"/>
          </a:xfrm>
          <a:prstGeom prst="ellipse">
            <a:avLst/>
          </a:prstGeom>
          <a:solidFill>
            <a:srgbClr val="0E6E78"/>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102" name="Google Shape;102;p17"/>
          <p:cNvPicPr preferRelativeResize="0"/>
          <p:nvPr/>
        </p:nvPicPr>
        <p:blipFill rotWithShape="1">
          <a:blip r:embed="rId4">
            <a:alphaModFix/>
          </a:blip>
          <a:srcRect b="0" l="0" r="0" t="0"/>
          <a:stretch/>
        </p:blipFill>
        <p:spPr>
          <a:xfrm>
            <a:off x="758830" y="4288983"/>
            <a:ext cx="433060" cy="433060"/>
          </a:xfrm>
          <a:prstGeom prst="rect">
            <a:avLst/>
          </a:prstGeom>
          <a:noFill/>
          <a:ln>
            <a:noFill/>
          </a:ln>
        </p:spPr>
      </p:pic>
      <p:sp>
        <p:nvSpPr>
          <p:cNvPr id="103" name="Google Shape;103;p17"/>
          <p:cNvSpPr/>
          <p:nvPr/>
        </p:nvSpPr>
        <p:spPr>
          <a:xfrm>
            <a:off x="1443533" y="4135526"/>
            <a:ext cx="4876800" cy="52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Arial"/>
              <a:buNone/>
            </a:pPr>
            <a:r>
              <a:rPr b="1" i="0" lang="en-US" sz="1800" u="none" cap="none" strike="noStrike">
                <a:solidFill>
                  <a:srgbClr val="1E293B"/>
                </a:solidFill>
                <a:latin typeface="Poppins"/>
                <a:ea typeface="Poppins"/>
                <a:cs typeface="Poppins"/>
                <a:sym typeface="Poppins"/>
              </a:rPr>
              <a:t>Escalamiento + ra</a:t>
            </a:r>
            <a:r>
              <a:rPr b="1" lang="en-US" sz="1800">
                <a:solidFill>
                  <a:srgbClr val="1E293B"/>
                </a:solidFill>
                <a:latin typeface="Poppins"/>
                <a:ea typeface="Poppins"/>
                <a:cs typeface="Poppins"/>
                <a:sym typeface="Poppins"/>
              </a:rPr>
              <a:t>íz cuadrada variable objetivo</a:t>
            </a:r>
            <a:endParaRPr b="1" i="0" sz="1800" u="none" cap="none" strike="noStrike">
              <a:solidFill>
                <a:schemeClr val="dk1"/>
              </a:solidFill>
              <a:latin typeface="Poppins"/>
              <a:ea typeface="Poppins"/>
              <a:cs typeface="Poppins"/>
              <a:sym typeface="Poppins"/>
            </a:endParaRPr>
          </a:p>
        </p:txBody>
      </p:sp>
      <p:sp>
        <p:nvSpPr>
          <p:cNvPr id="104" name="Google Shape;104;p17"/>
          <p:cNvSpPr/>
          <p:nvPr/>
        </p:nvSpPr>
        <p:spPr>
          <a:xfrm>
            <a:off x="1443533" y="4655718"/>
            <a:ext cx="5072100" cy="650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4748B"/>
              </a:buClr>
              <a:buSzPts val="1500"/>
              <a:buFont typeface="Arial"/>
              <a:buNone/>
            </a:pPr>
            <a:r>
              <a:rPr i="0" lang="en-US" sz="1500" u="none" cap="none" strike="noStrike">
                <a:solidFill>
                  <a:srgbClr val="64748B"/>
                </a:solidFill>
                <a:latin typeface="Poppins"/>
                <a:ea typeface="Poppins"/>
                <a:cs typeface="Poppins"/>
                <a:sym typeface="Poppins"/>
              </a:rPr>
              <a:t>Estandarización con Standard Scaler.</a:t>
            </a:r>
            <a:endParaRPr i="0" sz="1500" u="none" cap="none" strike="noStrike">
              <a:solidFill>
                <a:schemeClr val="dk1"/>
              </a:solidFill>
              <a:latin typeface="Poppins"/>
              <a:ea typeface="Poppins"/>
              <a:cs typeface="Poppins"/>
              <a:sym typeface="Poppins"/>
            </a:endParaRPr>
          </a:p>
        </p:txBody>
      </p:sp>
      <p:sp>
        <p:nvSpPr>
          <p:cNvPr id="105" name="Google Shape;105;p17"/>
          <p:cNvSpPr/>
          <p:nvPr/>
        </p:nvSpPr>
        <p:spPr>
          <a:xfrm>
            <a:off x="682752" y="5644083"/>
            <a:ext cx="585300" cy="780300"/>
          </a:xfrm>
          <a:prstGeom prst="ellipse">
            <a:avLst/>
          </a:prstGeom>
          <a:solidFill>
            <a:srgbClr val="F5A623"/>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106" name="Google Shape;106;p17"/>
          <p:cNvPicPr preferRelativeResize="0"/>
          <p:nvPr/>
        </p:nvPicPr>
        <p:blipFill rotWithShape="1">
          <a:blip r:embed="rId5">
            <a:alphaModFix/>
          </a:blip>
          <a:srcRect b="0" l="0" r="0" t="0"/>
          <a:stretch/>
        </p:blipFill>
        <p:spPr>
          <a:xfrm>
            <a:off x="758830" y="5745520"/>
            <a:ext cx="433060" cy="433060"/>
          </a:xfrm>
          <a:prstGeom prst="rect">
            <a:avLst/>
          </a:prstGeom>
          <a:noFill/>
          <a:ln>
            <a:noFill/>
          </a:ln>
        </p:spPr>
      </p:pic>
      <p:sp>
        <p:nvSpPr>
          <p:cNvPr id="107" name="Google Shape;107;p17"/>
          <p:cNvSpPr/>
          <p:nvPr/>
        </p:nvSpPr>
        <p:spPr>
          <a:xfrm>
            <a:off x="1443533" y="5592064"/>
            <a:ext cx="4876800" cy="52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Arial"/>
              <a:buNone/>
            </a:pPr>
            <a:r>
              <a:rPr b="1" i="0" lang="en-US" sz="1800" u="none" cap="none" strike="noStrike">
                <a:solidFill>
                  <a:srgbClr val="1E293B"/>
                </a:solidFill>
                <a:latin typeface="Poppins"/>
                <a:ea typeface="Poppins"/>
                <a:cs typeface="Poppins"/>
                <a:sym typeface="Poppins"/>
              </a:rPr>
              <a:t>Modelación</a:t>
            </a:r>
            <a:endParaRPr b="1" i="0" sz="1800" u="none" cap="none" strike="noStrike">
              <a:solidFill>
                <a:schemeClr val="dk1"/>
              </a:solidFill>
              <a:latin typeface="Poppins"/>
              <a:ea typeface="Poppins"/>
              <a:cs typeface="Poppins"/>
              <a:sym typeface="Poppins"/>
            </a:endParaRPr>
          </a:p>
        </p:txBody>
      </p:sp>
      <p:sp>
        <p:nvSpPr>
          <p:cNvPr id="108" name="Google Shape;108;p17"/>
          <p:cNvSpPr/>
          <p:nvPr/>
        </p:nvSpPr>
        <p:spPr>
          <a:xfrm>
            <a:off x="1443533" y="6112256"/>
            <a:ext cx="5072100" cy="650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4748B"/>
              </a:buClr>
              <a:buSzPts val="1500"/>
              <a:buFont typeface="Arial"/>
              <a:buNone/>
            </a:pPr>
            <a:r>
              <a:rPr i="0" lang="en-US" sz="1500" u="none" cap="none" strike="noStrike">
                <a:solidFill>
                  <a:srgbClr val="64748B"/>
                </a:solidFill>
                <a:latin typeface="Poppins"/>
                <a:ea typeface="Poppins"/>
                <a:cs typeface="Poppins"/>
                <a:sym typeface="Poppins"/>
              </a:rPr>
              <a:t>Comparación de modelos lineales, de ensamble y redes.</a:t>
            </a:r>
            <a:endParaRPr i="0" sz="1500" u="none" cap="none" strike="noStrike">
              <a:solidFill>
                <a:schemeClr val="dk1"/>
              </a:solidFill>
              <a:latin typeface="Poppins"/>
              <a:ea typeface="Poppins"/>
              <a:cs typeface="Poppins"/>
              <a:sym typeface="Poppins"/>
            </a:endParaRPr>
          </a:p>
        </p:txBody>
      </p:sp>
      <p:sp>
        <p:nvSpPr>
          <p:cNvPr id="109" name="Google Shape;109;p17"/>
          <p:cNvSpPr/>
          <p:nvPr/>
        </p:nvSpPr>
        <p:spPr>
          <a:xfrm>
            <a:off x="682752" y="7100621"/>
            <a:ext cx="585300" cy="780300"/>
          </a:xfrm>
          <a:prstGeom prst="ellipse">
            <a:avLst/>
          </a:prstGeom>
          <a:solidFill>
            <a:srgbClr val="0D2B45"/>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110" name="Google Shape;110;p17"/>
          <p:cNvPicPr preferRelativeResize="0"/>
          <p:nvPr/>
        </p:nvPicPr>
        <p:blipFill rotWithShape="1">
          <a:blip r:embed="rId6">
            <a:alphaModFix/>
          </a:blip>
          <a:srcRect b="0" l="0" r="0" t="0"/>
          <a:stretch/>
        </p:blipFill>
        <p:spPr>
          <a:xfrm>
            <a:off x="758830" y="7202058"/>
            <a:ext cx="433060" cy="433060"/>
          </a:xfrm>
          <a:prstGeom prst="rect">
            <a:avLst/>
          </a:prstGeom>
          <a:noFill/>
          <a:ln>
            <a:noFill/>
          </a:ln>
        </p:spPr>
      </p:pic>
      <p:sp>
        <p:nvSpPr>
          <p:cNvPr id="111" name="Google Shape;111;p17"/>
          <p:cNvSpPr/>
          <p:nvPr/>
        </p:nvSpPr>
        <p:spPr>
          <a:xfrm>
            <a:off x="1443533" y="7048602"/>
            <a:ext cx="4876800" cy="52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Arial"/>
              <a:buNone/>
            </a:pPr>
            <a:r>
              <a:rPr b="1" i="0" lang="en-US" sz="1800" u="none" cap="none" strike="noStrike">
                <a:solidFill>
                  <a:srgbClr val="1E293B"/>
                </a:solidFill>
                <a:latin typeface="Poppins"/>
                <a:ea typeface="Poppins"/>
                <a:cs typeface="Poppins"/>
                <a:sym typeface="Poppins"/>
              </a:rPr>
              <a:t>Métricas</a:t>
            </a:r>
            <a:endParaRPr b="1" i="0" sz="1800" u="none" cap="none" strike="noStrike">
              <a:solidFill>
                <a:schemeClr val="dk1"/>
              </a:solidFill>
              <a:latin typeface="Poppins"/>
              <a:ea typeface="Poppins"/>
              <a:cs typeface="Poppins"/>
              <a:sym typeface="Poppins"/>
            </a:endParaRPr>
          </a:p>
        </p:txBody>
      </p:sp>
      <p:sp>
        <p:nvSpPr>
          <p:cNvPr id="112" name="Google Shape;112;p17"/>
          <p:cNvSpPr/>
          <p:nvPr/>
        </p:nvSpPr>
        <p:spPr>
          <a:xfrm>
            <a:off x="1443533" y="7568794"/>
            <a:ext cx="5072100" cy="650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4748B"/>
              </a:buClr>
              <a:buSzPts val="1500"/>
              <a:buFont typeface="Arial"/>
              <a:buNone/>
            </a:pPr>
            <a:r>
              <a:rPr i="0" lang="en-US" sz="1500" u="none" cap="none" strike="noStrike">
                <a:solidFill>
                  <a:srgbClr val="64748B"/>
                </a:solidFill>
                <a:latin typeface="Poppins"/>
                <a:ea typeface="Poppins"/>
                <a:cs typeface="Poppins"/>
                <a:sym typeface="Poppins"/>
              </a:rPr>
              <a:t>MAE, MSE, RMSE, R² y R² ajustado.</a:t>
            </a:r>
            <a:endParaRPr i="0" sz="1500" u="none" cap="none" strike="noStrike">
              <a:solidFill>
                <a:schemeClr val="dk1"/>
              </a:solidFill>
              <a:latin typeface="Poppins"/>
              <a:ea typeface="Poppins"/>
              <a:cs typeface="Poppins"/>
              <a:sym typeface="Poppins"/>
            </a:endParaRPr>
          </a:p>
        </p:txBody>
      </p:sp>
      <p:sp>
        <p:nvSpPr>
          <p:cNvPr id="113" name="Google Shape;113;p17"/>
          <p:cNvSpPr/>
          <p:nvPr/>
        </p:nvSpPr>
        <p:spPr>
          <a:xfrm>
            <a:off x="6925056" y="2600960"/>
            <a:ext cx="5413200" cy="6047100"/>
          </a:xfrm>
          <a:prstGeom prst="roundRect">
            <a:avLst>
              <a:gd fmla="val 2151" name="adj"/>
            </a:avLst>
          </a:prstGeom>
          <a:solidFill>
            <a:srgbClr val="0D2B45"/>
          </a:solidFill>
          <a:ln>
            <a:noFill/>
          </a:ln>
          <a:effectLst>
            <a:outerShdw blurRad="120415" rotWithShape="0" algn="bl" dir="5400000" dist="45156">
              <a:srgbClr val="0D2B45">
                <a:alpha val="1607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114" name="Google Shape;114;p17"/>
          <p:cNvSpPr/>
          <p:nvPr/>
        </p:nvSpPr>
        <p:spPr>
          <a:xfrm>
            <a:off x="7217664" y="2991104"/>
            <a:ext cx="536400" cy="715200"/>
          </a:xfrm>
          <a:prstGeom prst="ellipse">
            <a:avLst/>
          </a:prstGeom>
          <a:solidFill>
            <a:srgbClr val="F5A623"/>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115" name="Google Shape;115;p17"/>
          <p:cNvPicPr preferRelativeResize="0"/>
          <p:nvPr/>
        </p:nvPicPr>
        <p:blipFill rotWithShape="1">
          <a:blip r:embed="rId7">
            <a:alphaModFix/>
          </a:blip>
          <a:srcRect b="0" l="0" r="0" t="0"/>
          <a:stretch/>
        </p:blipFill>
        <p:spPr>
          <a:xfrm>
            <a:off x="7287403" y="3084089"/>
            <a:ext cx="396972" cy="396972"/>
          </a:xfrm>
          <a:prstGeom prst="rect">
            <a:avLst/>
          </a:prstGeom>
          <a:noFill/>
          <a:ln>
            <a:noFill/>
          </a:ln>
        </p:spPr>
      </p:pic>
      <p:sp>
        <p:nvSpPr>
          <p:cNvPr id="116" name="Google Shape;116;p17"/>
          <p:cNvSpPr/>
          <p:nvPr/>
        </p:nvSpPr>
        <p:spPr>
          <a:xfrm>
            <a:off x="7900416" y="2991104"/>
            <a:ext cx="4194000" cy="7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Poppins"/>
                <a:ea typeface="Poppins"/>
                <a:cs typeface="Poppins"/>
                <a:sym typeface="Poppins"/>
              </a:rPr>
              <a:t>Estructura del repositorio</a:t>
            </a:r>
            <a:endParaRPr b="1" i="0" sz="1800" u="none" cap="none" strike="noStrike">
              <a:solidFill>
                <a:schemeClr val="dk1"/>
              </a:solidFill>
              <a:latin typeface="Poppins"/>
              <a:ea typeface="Poppins"/>
              <a:cs typeface="Poppins"/>
              <a:sym typeface="Poppins"/>
            </a:endParaRPr>
          </a:p>
        </p:txBody>
      </p:sp>
      <p:sp>
        <p:nvSpPr>
          <p:cNvPr id="117" name="Google Shape;117;p17"/>
          <p:cNvSpPr/>
          <p:nvPr/>
        </p:nvSpPr>
        <p:spPr>
          <a:xfrm>
            <a:off x="7217664" y="3901440"/>
            <a:ext cx="4876800" cy="2080800"/>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CFE0EC"/>
              </a:buClr>
              <a:buSzPts val="1500"/>
              <a:buFont typeface="Courier New"/>
              <a:buNone/>
            </a:pPr>
            <a:r>
              <a:t/>
            </a:r>
            <a:endParaRPr b="0" i="0" sz="1500" u="none" cap="none" strike="noStrike">
              <a:solidFill>
                <a:schemeClr val="dk1"/>
              </a:solidFill>
              <a:latin typeface="Calibri"/>
              <a:ea typeface="Calibri"/>
              <a:cs typeface="Calibri"/>
              <a:sym typeface="Calibri"/>
            </a:endParaRPr>
          </a:p>
        </p:txBody>
      </p:sp>
      <p:sp>
        <p:nvSpPr>
          <p:cNvPr id="118" name="Google Shape;118;p17"/>
          <p:cNvSpPr/>
          <p:nvPr/>
        </p:nvSpPr>
        <p:spPr>
          <a:xfrm>
            <a:off x="7217664" y="6892544"/>
            <a:ext cx="4828200" cy="1495500"/>
          </a:xfrm>
          <a:prstGeom prst="roundRect">
            <a:avLst>
              <a:gd fmla="val 6957" name="adj"/>
            </a:avLst>
          </a:prstGeom>
          <a:solidFill>
            <a:srgbClr val="143A5A"/>
          </a:solidFill>
          <a:ln>
            <a:noFill/>
          </a:ln>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119" name="Google Shape;119;p17"/>
          <p:cNvSpPr/>
          <p:nvPr/>
        </p:nvSpPr>
        <p:spPr>
          <a:xfrm>
            <a:off x="7461504" y="7022592"/>
            <a:ext cx="4389000" cy="12357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D6E2EC"/>
              </a:buClr>
              <a:buSzPts val="1400"/>
              <a:buFont typeface="Arial"/>
              <a:buNone/>
            </a:pPr>
            <a:r>
              <a:rPr i="0" lang="en-US" sz="1400" u="none" cap="none" strike="noStrike">
                <a:solidFill>
                  <a:srgbClr val="D6E2EC"/>
                </a:solidFill>
                <a:latin typeface="Poppins"/>
                <a:ea typeface="Poppins"/>
                <a:cs typeface="Poppins"/>
                <a:sym typeface="Poppins"/>
              </a:rPr>
              <a:t>Limpieza y modelado se separan en dos archivos .py con programación orientada a objetos, y luego se invocan desde los notebooks con sus métodos de clase.</a:t>
            </a:r>
            <a:endParaRPr i="0" sz="1400" u="none" cap="none" strike="noStrike">
              <a:solidFill>
                <a:schemeClr val="dk1"/>
              </a:solidFill>
              <a:latin typeface="Poppins"/>
              <a:ea typeface="Poppins"/>
              <a:cs typeface="Poppins"/>
              <a:sym typeface="Poppins"/>
            </a:endParaRPr>
          </a:p>
        </p:txBody>
      </p:sp>
      <p:sp>
        <p:nvSpPr>
          <p:cNvPr id="120" name="Google Shape;120;p17"/>
          <p:cNvSpPr/>
          <p:nvPr/>
        </p:nvSpPr>
        <p:spPr>
          <a:xfrm>
            <a:off x="12077883" y="9038336"/>
            <a:ext cx="585300" cy="455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04</a:t>
            </a:r>
            <a:endParaRPr b="0" i="0" sz="1300" u="none" cap="none" strike="noStrike">
              <a:solidFill>
                <a:schemeClr val="dk1"/>
              </a:solidFill>
              <a:latin typeface="Calibri"/>
              <a:ea typeface="Calibri"/>
              <a:cs typeface="Calibri"/>
              <a:sym typeface="Calibri"/>
            </a:endParaRPr>
          </a:p>
        </p:txBody>
      </p:sp>
      <p:pic>
        <p:nvPicPr>
          <p:cNvPr id="121" name="Google Shape;121;p17"/>
          <p:cNvPicPr preferRelativeResize="0"/>
          <p:nvPr/>
        </p:nvPicPr>
        <p:blipFill>
          <a:blip r:embed="rId8">
            <a:alphaModFix/>
          </a:blip>
          <a:stretch>
            <a:fillRect/>
          </a:stretch>
        </p:blipFill>
        <p:spPr>
          <a:xfrm>
            <a:off x="7980238" y="3583125"/>
            <a:ext cx="3302825" cy="3069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title"/>
          </p:nvPr>
        </p:nvSpPr>
        <p:spPr>
          <a:xfrm>
            <a:off x="1270000" y="1638300"/>
            <a:ext cx="10464900" cy="3302100"/>
          </a:xfrm>
          <a:prstGeom prst="rect">
            <a:avLst/>
          </a:prstGeom>
        </p:spPr>
        <p:txBody>
          <a:bodyPr anchorCtr="0" anchor="b" bIns="50800" lIns="50800" spcFirstLastPara="1" rIns="50800" wrap="square" tIns="50800">
            <a:normAutofit/>
          </a:bodyPr>
          <a:lstStyle/>
          <a:p>
            <a:pPr indent="0" lvl="0" marL="0" rtl="0" algn="ctr">
              <a:spcBef>
                <a:spcPts val="0"/>
              </a:spcBef>
              <a:spcAft>
                <a:spcPts val="0"/>
              </a:spcAft>
              <a:buNone/>
            </a:pPr>
            <a:r>
              <a:rPr lang="en-US" sz="5300"/>
              <a:t>EDA (Exploratory Data Analysis)</a:t>
            </a:r>
            <a:endParaRPr sz="5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nvSpPr>
        <p:spPr>
          <a:xfrm>
            <a:off x="599425" y="1079250"/>
            <a:ext cx="3109200" cy="9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800">
                <a:solidFill>
                  <a:srgbClr val="204C68"/>
                </a:solidFill>
                <a:latin typeface="Poppins"/>
                <a:ea typeface="Poppins"/>
                <a:cs typeface="Poppins"/>
                <a:sym typeface="Poppins"/>
              </a:rPr>
              <a:t>EDA inicial</a:t>
            </a:r>
            <a:endParaRPr b="1" sz="3800">
              <a:solidFill>
                <a:srgbClr val="204C68"/>
              </a:solidFill>
              <a:latin typeface="Poppins"/>
              <a:ea typeface="Poppins"/>
              <a:cs typeface="Poppins"/>
              <a:sym typeface="Poppins"/>
            </a:endParaRPr>
          </a:p>
        </p:txBody>
      </p:sp>
      <p:pic>
        <p:nvPicPr>
          <p:cNvPr id="132" name="Google Shape;132;p19"/>
          <p:cNvPicPr preferRelativeResize="0"/>
          <p:nvPr/>
        </p:nvPicPr>
        <p:blipFill>
          <a:blip r:embed="rId3">
            <a:alphaModFix/>
          </a:blip>
          <a:stretch>
            <a:fillRect/>
          </a:stretch>
        </p:blipFill>
        <p:spPr>
          <a:xfrm>
            <a:off x="526100" y="2035950"/>
            <a:ext cx="7151001" cy="4797675"/>
          </a:xfrm>
          <a:prstGeom prst="rect">
            <a:avLst/>
          </a:prstGeom>
          <a:noFill/>
          <a:ln>
            <a:noFill/>
          </a:ln>
        </p:spPr>
      </p:pic>
      <p:pic>
        <p:nvPicPr>
          <p:cNvPr id="133" name="Google Shape;133;p19"/>
          <p:cNvPicPr preferRelativeResize="0"/>
          <p:nvPr/>
        </p:nvPicPr>
        <p:blipFill>
          <a:blip r:embed="rId4">
            <a:alphaModFix/>
          </a:blip>
          <a:stretch>
            <a:fillRect/>
          </a:stretch>
        </p:blipFill>
        <p:spPr>
          <a:xfrm>
            <a:off x="6690750" y="2035950"/>
            <a:ext cx="6009250" cy="5094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0"/>
          <p:cNvPicPr preferRelativeResize="0"/>
          <p:nvPr/>
        </p:nvPicPr>
        <p:blipFill>
          <a:blip r:embed="rId3">
            <a:alphaModFix/>
          </a:blip>
          <a:stretch>
            <a:fillRect/>
          </a:stretch>
        </p:blipFill>
        <p:spPr>
          <a:xfrm>
            <a:off x="116825" y="152400"/>
            <a:ext cx="12700000" cy="3509977"/>
          </a:xfrm>
          <a:prstGeom prst="rect">
            <a:avLst/>
          </a:prstGeom>
          <a:noFill/>
          <a:ln>
            <a:noFill/>
          </a:ln>
        </p:spPr>
      </p:pic>
      <p:pic>
        <p:nvPicPr>
          <p:cNvPr id="139" name="Google Shape;139;p20"/>
          <p:cNvPicPr preferRelativeResize="0"/>
          <p:nvPr/>
        </p:nvPicPr>
        <p:blipFill>
          <a:blip r:embed="rId4">
            <a:alphaModFix/>
          </a:blip>
          <a:stretch>
            <a:fillRect/>
          </a:stretch>
        </p:blipFill>
        <p:spPr>
          <a:xfrm>
            <a:off x="152400" y="3302952"/>
            <a:ext cx="12700001" cy="2455664"/>
          </a:xfrm>
          <a:prstGeom prst="rect">
            <a:avLst/>
          </a:prstGeom>
          <a:noFill/>
          <a:ln>
            <a:noFill/>
          </a:ln>
        </p:spPr>
      </p:pic>
      <p:sp>
        <p:nvSpPr>
          <p:cNvPr id="140" name="Google Shape;140;p20"/>
          <p:cNvSpPr txBox="1"/>
          <p:nvPr/>
        </p:nvSpPr>
        <p:spPr>
          <a:xfrm>
            <a:off x="1219750" y="6159250"/>
            <a:ext cx="11505300" cy="20619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SzPts val="1900"/>
              <a:buFont typeface="Poppins"/>
              <a:buChar char="●"/>
            </a:pPr>
            <a:r>
              <a:rPr lang="en-US" sz="1900">
                <a:latin typeface="Poppins"/>
                <a:ea typeface="Poppins"/>
                <a:cs typeface="Poppins"/>
                <a:sym typeface="Poppins"/>
              </a:rPr>
              <a:t>Creamos columnas auxiliares para el día y mes</a:t>
            </a:r>
            <a:endParaRPr sz="1900">
              <a:latin typeface="Poppins"/>
              <a:ea typeface="Poppins"/>
              <a:cs typeface="Poppins"/>
              <a:sym typeface="Poppins"/>
            </a:endParaRPr>
          </a:p>
          <a:p>
            <a:pPr indent="-349250" lvl="0" marL="457200" rtl="0" algn="l">
              <a:spcBef>
                <a:spcPts val="0"/>
              </a:spcBef>
              <a:spcAft>
                <a:spcPts val="0"/>
              </a:spcAft>
              <a:buSzPts val="1900"/>
              <a:buFont typeface="Poppins"/>
              <a:buChar char="●"/>
            </a:pPr>
            <a:r>
              <a:rPr lang="en-US" sz="1900">
                <a:latin typeface="Poppins"/>
                <a:ea typeface="Poppins"/>
                <a:cs typeface="Poppins"/>
                <a:sym typeface="Poppins"/>
              </a:rPr>
              <a:t>Creamos otra columna auxiliar llamada </a:t>
            </a:r>
            <a:r>
              <a:rPr lang="en-US" sz="1900">
                <a:solidFill>
                  <a:srgbClr val="188038"/>
                </a:solidFill>
                <a:latin typeface="Consolas"/>
                <a:ea typeface="Consolas"/>
                <a:cs typeface="Consolas"/>
                <a:sym typeface="Consolas"/>
              </a:rPr>
              <a:t>is_weekend</a:t>
            </a:r>
            <a:r>
              <a:rPr lang="en-US" sz="1900">
                <a:latin typeface="Poppins"/>
                <a:ea typeface="Poppins"/>
                <a:cs typeface="Poppins"/>
                <a:sym typeface="Poppins"/>
              </a:rPr>
              <a:t> para saber si es fin de semana o no</a:t>
            </a:r>
            <a:endParaRPr sz="1900">
              <a:latin typeface="Poppins"/>
              <a:ea typeface="Poppins"/>
              <a:cs typeface="Poppins"/>
              <a:sym typeface="Poppins"/>
            </a:endParaRPr>
          </a:p>
          <a:p>
            <a:pPr indent="-349250" lvl="0" marL="457200" rtl="0" algn="l">
              <a:spcBef>
                <a:spcPts val="0"/>
              </a:spcBef>
              <a:spcAft>
                <a:spcPts val="0"/>
              </a:spcAft>
              <a:buSzPts val="1900"/>
              <a:buFont typeface="Poppins"/>
              <a:buChar char="●"/>
            </a:pPr>
            <a:r>
              <a:rPr lang="en-US" sz="1900">
                <a:latin typeface="Poppins"/>
                <a:ea typeface="Poppins"/>
                <a:cs typeface="Poppins"/>
                <a:sym typeface="Poppins"/>
              </a:rPr>
              <a:t>Eliminamos una columna que tiene mucha correlación con temperatura.</a:t>
            </a:r>
            <a:endParaRPr sz="19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1"/>
          <p:cNvPicPr preferRelativeResize="0"/>
          <p:nvPr/>
        </p:nvPicPr>
        <p:blipFill>
          <a:blip r:embed="rId3">
            <a:alphaModFix/>
          </a:blip>
          <a:stretch>
            <a:fillRect/>
          </a:stretch>
        </p:blipFill>
        <p:spPr>
          <a:xfrm>
            <a:off x="100075" y="1079175"/>
            <a:ext cx="12700001" cy="7016928"/>
          </a:xfrm>
          <a:prstGeom prst="rect">
            <a:avLst/>
          </a:prstGeom>
          <a:noFill/>
          <a:ln>
            <a:noFill/>
          </a:ln>
        </p:spPr>
      </p:pic>
      <p:sp>
        <p:nvSpPr>
          <p:cNvPr id="146" name="Google Shape;146;p21"/>
          <p:cNvSpPr txBox="1"/>
          <p:nvPr/>
        </p:nvSpPr>
        <p:spPr>
          <a:xfrm>
            <a:off x="412575" y="242150"/>
            <a:ext cx="8236500" cy="86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800">
                <a:solidFill>
                  <a:srgbClr val="204C68"/>
                </a:solidFill>
                <a:latin typeface="Poppins"/>
                <a:ea typeface="Poppins"/>
                <a:cs typeface="Poppins"/>
                <a:sym typeface="Poppins"/>
              </a:rPr>
              <a:t>Observaciones extra</a:t>
            </a:r>
            <a:endParaRPr b="1" sz="3800">
              <a:solidFill>
                <a:srgbClr val="204C68"/>
              </a:solidFill>
              <a:latin typeface="Poppins"/>
              <a:ea typeface="Poppins"/>
              <a:cs typeface="Poppins"/>
              <a:sym typeface="Poppins"/>
            </a:endParaRPr>
          </a:p>
        </p:txBody>
      </p:sp>
      <p:sp>
        <p:nvSpPr>
          <p:cNvPr id="147" name="Google Shape;147;p21"/>
          <p:cNvSpPr/>
          <p:nvPr/>
        </p:nvSpPr>
        <p:spPr>
          <a:xfrm>
            <a:off x="8871875" y="4685625"/>
            <a:ext cx="3928200" cy="3108300"/>
          </a:xfrm>
          <a:prstGeom prst="roundRect">
            <a:avLst>
              <a:gd fmla="val 2198" name="adj"/>
            </a:avLst>
          </a:prstGeom>
          <a:solidFill>
            <a:srgbClr val="EEF3F7"/>
          </a:solidFill>
          <a:ln>
            <a:noFill/>
          </a:ln>
        </p:spPr>
        <p:txBody>
          <a:bodyPr anchorCtr="0" anchor="ctr" bIns="68300" lIns="68300" spcFirstLastPara="1" rIns="68300" wrap="square" tIns="68300">
            <a:noAutofit/>
          </a:bodyPr>
          <a:lstStyle/>
          <a:p>
            <a:pPr indent="0" lvl="0" marL="0" rtl="0" algn="l">
              <a:spcBef>
                <a:spcPts val="0"/>
              </a:spcBef>
              <a:spcAft>
                <a:spcPts val="0"/>
              </a:spcAft>
              <a:buNone/>
            </a:pPr>
            <a:r>
              <a:t/>
            </a:r>
            <a:endParaRPr/>
          </a:p>
        </p:txBody>
      </p:sp>
      <p:pic>
        <p:nvPicPr>
          <p:cNvPr descr="preencoded.png" id="148" name="Google Shape;148;p21"/>
          <p:cNvPicPr preferRelativeResize="0"/>
          <p:nvPr/>
        </p:nvPicPr>
        <p:blipFill rotWithShape="1">
          <a:blip r:embed="rId4">
            <a:alphaModFix/>
          </a:blip>
          <a:srcRect b="0" l="0" r="0" t="0"/>
          <a:stretch/>
        </p:blipFill>
        <p:spPr>
          <a:xfrm>
            <a:off x="9076833" y="4952071"/>
            <a:ext cx="218622" cy="218622"/>
          </a:xfrm>
          <a:prstGeom prst="rect">
            <a:avLst/>
          </a:prstGeom>
          <a:noFill/>
          <a:ln>
            <a:noFill/>
          </a:ln>
        </p:spPr>
      </p:pic>
      <p:sp>
        <p:nvSpPr>
          <p:cNvPr id="149" name="Google Shape;149;p21"/>
          <p:cNvSpPr/>
          <p:nvPr/>
        </p:nvSpPr>
        <p:spPr>
          <a:xfrm>
            <a:off x="9397935" y="4890583"/>
            <a:ext cx="3313500" cy="27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83"/>
              <a:buFont typeface="Arial"/>
              <a:buNone/>
            </a:pPr>
            <a:r>
              <a:rPr b="1" i="0" lang="en-US" sz="1083" u="none" cap="none" strike="noStrike">
                <a:solidFill>
                  <a:srgbClr val="1E293B"/>
                </a:solidFill>
                <a:latin typeface="Poppins"/>
                <a:ea typeface="Poppins"/>
                <a:cs typeface="Poppins"/>
                <a:sym typeface="Poppins"/>
              </a:rPr>
              <a:t>La demanda sube en primavera y verano</a:t>
            </a:r>
            <a:endParaRPr b="1" i="0" sz="1083" u="none" cap="none" strike="noStrike">
              <a:solidFill>
                <a:srgbClr val="000000"/>
              </a:solidFill>
              <a:latin typeface="Poppins"/>
              <a:ea typeface="Poppins"/>
              <a:cs typeface="Poppins"/>
              <a:sym typeface="Poppins"/>
            </a:endParaRPr>
          </a:p>
        </p:txBody>
      </p:sp>
      <p:sp>
        <p:nvSpPr>
          <p:cNvPr id="150" name="Google Shape;150;p21"/>
          <p:cNvSpPr/>
          <p:nvPr/>
        </p:nvSpPr>
        <p:spPr>
          <a:xfrm>
            <a:off x="9397935" y="5170693"/>
            <a:ext cx="3313500" cy="27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34"/>
              <a:buFont typeface="Arial"/>
              <a:buNone/>
            </a:pPr>
            <a:r>
              <a:rPr i="0" lang="en-US" sz="934" u="none" cap="none" strike="noStrike">
                <a:solidFill>
                  <a:srgbClr val="64748B"/>
                </a:solidFill>
                <a:latin typeface="Poppins"/>
                <a:ea typeface="Poppins"/>
                <a:cs typeface="Poppins"/>
                <a:sym typeface="Poppins"/>
              </a:rPr>
              <a:t>Condiciones más agradables para rodar.</a:t>
            </a:r>
            <a:endParaRPr i="0" sz="934" u="none" cap="none" strike="noStrike">
              <a:solidFill>
                <a:srgbClr val="000000"/>
              </a:solidFill>
              <a:latin typeface="Poppins"/>
              <a:ea typeface="Poppins"/>
              <a:cs typeface="Poppins"/>
              <a:sym typeface="Poppins"/>
            </a:endParaRPr>
          </a:p>
        </p:txBody>
      </p:sp>
      <p:pic>
        <p:nvPicPr>
          <p:cNvPr descr="preencoded.png" id="151" name="Google Shape;151;p21"/>
          <p:cNvPicPr preferRelativeResize="0"/>
          <p:nvPr/>
        </p:nvPicPr>
        <p:blipFill rotWithShape="1">
          <a:blip r:embed="rId4">
            <a:alphaModFix/>
          </a:blip>
          <a:srcRect b="0" l="0" r="0" t="0"/>
          <a:stretch/>
        </p:blipFill>
        <p:spPr>
          <a:xfrm>
            <a:off x="9076833" y="5648928"/>
            <a:ext cx="218622" cy="218622"/>
          </a:xfrm>
          <a:prstGeom prst="rect">
            <a:avLst/>
          </a:prstGeom>
          <a:noFill/>
          <a:ln>
            <a:noFill/>
          </a:ln>
        </p:spPr>
      </p:pic>
      <p:sp>
        <p:nvSpPr>
          <p:cNvPr id="152" name="Google Shape;152;p21"/>
          <p:cNvSpPr/>
          <p:nvPr/>
        </p:nvSpPr>
        <p:spPr>
          <a:xfrm>
            <a:off x="9397935" y="5587441"/>
            <a:ext cx="3313500" cy="27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83"/>
              <a:buFont typeface="Arial"/>
              <a:buNone/>
            </a:pPr>
            <a:r>
              <a:rPr b="1" i="0" lang="en-US" sz="1083" u="none" cap="none" strike="noStrike">
                <a:solidFill>
                  <a:srgbClr val="1E293B"/>
                </a:solidFill>
                <a:latin typeface="Poppins"/>
                <a:ea typeface="Poppins"/>
                <a:cs typeface="Poppins"/>
                <a:sym typeface="Poppins"/>
              </a:rPr>
              <a:t>Se renta más en días no festivos</a:t>
            </a:r>
            <a:endParaRPr b="1" i="0" sz="1083" u="none" cap="none" strike="noStrike">
              <a:solidFill>
                <a:srgbClr val="000000"/>
              </a:solidFill>
              <a:latin typeface="Poppins"/>
              <a:ea typeface="Poppins"/>
              <a:cs typeface="Poppins"/>
              <a:sym typeface="Poppins"/>
            </a:endParaRPr>
          </a:p>
        </p:txBody>
      </p:sp>
      <p:sp>
        <p:nvSpPr>
          <p:cNvPr id="153" name="Google Shape;153;p21"/>
          <p:cNvSpPr/>
          <p:nvPr/>
        </p:nvSpPr>
        <p:spPr>
          <a:xfrm>
            <a:off x="9397935" y="5867550"/>
            <a:ext cx="3313500" cy="27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34"/>
              <a:buFont typeface="Arial"/>
              <a:buNone/>
            </a:pPr>
            <a:r>
              <a:rPr i="0" lang="en-US" sz="934" u="none" cap="none" strike="noStrike">
                <a:solidFill>
                  <a:srgbClr val="64748B"/>
                </a:solidFill>
                <a:latin typeface="Poppins"/>
                <a:ea typeface="Poppins"/>
                <a:cs typeface="Poppins"/>
                <a:sym typeface="Poppins"/>
              </a:rPr>
              <a:t>Uso ligado a traslados al trabajo.</a:t>
            </a:r>
            <a:endParaRPr i="0" sz="934" u="none" cap="none" strike="noStrike">
              <a:solidFill>
                <a:srgbClr val="000000"/>
              </a:solidFill>
              <a:latin typeface="Poppins"/>
              <a:ea typeface="Poppins"/>
              <a:cs typeface="Poppins"/>
              <a:sym typeface="Poppins"/>
            </a:endParaRPr>
          </a:p>
        </p:txBody>
      </p:sp>
      <p:pic>
        <p:nvPicPr>
          <p:cNvPr descr="preencoded.png" id="154" name="Google Shape;154;p21"/>
          <p:cNvPicPr preferRelativeResize="0"/>
          <p:nvPr/>
        </p:nvPicPr>
        <p:blipFill rotWithShape="1">
          <a:blip r:embed="rId4">
            <a:alphaModFix/>
          </a:blip>
          <a:srcRect b="0" l="0" r="0" t="0"/>
          <a:stretch/>
        </p:blipFill>
        <p:spPr>
          <a:xfrm>
            <a:off x="9076833" y="6345786"/>
            <a:ext cx="218622" cy="218622"/>
          </a:xfrm>
          <a:prstGeom prst="rect">
            <a:avLst/>
          </a:prstGeom>
          <a:noFill/>
          <a:ln>
            <a:noFill/>
          </a:ln>
        </p:spPr>
      </p:pic>
      <p:sp>
        <p:nvSpPr>
          <p:cNvPr id="155" name="Google Shape;155;p21"/>
          <p:cNvSpPr/>
          <p:nvPr/>
        </p:nvSpPr>
        <p:spPr>
          <a:xfrm>
            <a:off x="9397935" y="6284299"/>
            <a:ext cx="3313500" cy="27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83"/>
              <a:buFont typeface="Arial"/>
              <a:buNone/>
            </a:pPr>
            <a:r>
              <a:rPr b="1" i="0" lang="en-US" sz="1083" u="none" cap="none" strike="noStrike">
                <a:solidFill>
                  <a:srgbClr val="1E293B"/>
                </a:solidFill>
                <a:latin typeface="Poppins"/>
                <a:ea typeface="Poppins"/>
                <a:cs typeface="Poppins"/>
                <a:sym typeface="Poppins"/>
              </a:rPr>
              <a:t>Fin de semana ≈ entre semana</a:t>
            </a:r>
            <a:endParaRPr b="1" i="0" sz="1083" u="none" cap="none" strike="noStrike">
              <a:solidFill>
                <a:srgbClr val="000000"/>
              </a:solidFill>
              <a:latin typeface="Poppins"/>
              <a:ea typeface="Poppins"/>
              <a:cs typeface="Poppins"/>
              <a:sym typeface="Poppins"/>
            </a:endParaRPr>
          </a:p>
        </p:txBody>
      </p:sp>
      <p:sp>
        <p:nvSpPr>
          <p:cNvPr id="156" name="Google Shape;156;p21"/>
          <p:cNvSpPr/>
          <p:nvPr/>
        </p:nvSpPr>
        <p:spPr>
          <a:xfrm>
            <a:off x="9397935" y="6564408"/>
            <a:ext cx="3313500" cy="27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34"/>
              <a:buFont typeface="Arial"/>
              <a:buNone/>
            </a:pPr>
            <a:r>
              <a:rPr i="0" lang="en-US" sz="934" u="none" cap="none" strike="noStrike">
                <a:solidFill>
                  <a:srgbClr val="64748B"/>
                </a:solidFill>
                <a:latin typeface="Poppins"/>
                <a:ea typeface="Poppins"/>
                <a:cs typeface="Poppins"/>
                <a:sym typeface="Poppins"/>
              </a:rPr>
              <a:t>Niveles de renta muy similares.</a:t>
            </a:r>
            <a:endParaRPr i="0" sz="934" u="none" cap="none" strike="noStrike">
              <a:solidFill>
                <a:srgbClr val="000000"/>
              </a:solidFill>
              <a:latin typeface="Poppins"/>
              <a:ea typeface="Poppins"/>
              <a:cs typeface="Poppins"/>
              <a:sym typeface="Poppins"/>
            </a:endParaRPr>
          </a:p>
        </p:txBody>
      </p:sp>
      <p:pic>
        <p:nvPicPr>
          <p:cNvPr descr="preencoded.png" id="157" name="Google Shape;157;p21"/>
          <p:cNvPicPr preferRelativeResize="0"/>
          <p:nvPr/>
        </p:nvPicPr>
        <p:blipFill rotWithShape="1">
          <a:blip r:embed="rId4">
            <a:alphaModFix/>
          </a:blip>
          <a:srcRect b="0" l="0" r="0" t="0"/>
          <a:stretch/>
        </p:blipFill>
        <p:spPr>
          <a:xfrm>
            <a:off x="9076833" y="7042644"/>
            <a:ext cx="218622" cy="218622"/>
          </a:xfrm>
          <a:prstGeom prst="rect">
            <a:avLst/>
          </a:prstGeom>
          <a:noFill/>
          <a:ln>
            <a:noFill/>
          </a:ln>
        </p:spPr>
      </p:pic>
      <p:sp>
        <p:nvSpPr>
          <p:cNvPr id="158" name="Google Shape;158;p21"/>
          <p:cNvSpPr/>
          <p:nvPr/>
        </p:nvSpPr>
        <p:spPr>
          <a:xfrm>
            <a:off x="9397935" y="6981157"/>
            <a:ext cx="3313500" cy="27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83"/>
              <a:buFont typeface="Arial"/>
              <a:buNone/>
            </a:pPr>
            <a:r>
              <a:rPr b="1" i="0" lang="en-US" sz="1083" u="none" cap="none" strike="noStrike">
                <a:solidFill>
                  <a:srgbClr val="1E293B"/>
                </a:solidFill>
                <a:latin typeface="Poppins"/>
                <a:ea typeface="Poppins"/>
                <a:cs typeface="Poppins"/>
                <a:sym typeface="Poppins"/>
              </a:rPr>
              <a:t>El domingo es el día más bajo</a:t>
            </a:r>
            <a:endParaRPr b="1" i="0" sz="1083" u="none" cap="none" strike="noStrike">
              <a:solidFill>
                <a:srgbClr val="000000"/>
              </a:solidFill>
              <a:latin typeface="Poppins"/>
              <a:ea typeface="Poppins"/>
              <a:cs typeface="Poppins"/>
              <a:sym typeface="Poppins"/>
            </a:endParaRPr>
          </a:p>
        </p:txBody>
      </p:sp>
      <p:sp>
        <p:nvSpPr>
          <p:cNvPr id="159" name="Google Shape;159;p21"/>
          <p:cNvSpPr/>
          <p:nvPr/>
        </p:nvSpPr>
        <p:spPr>
          <a:xfrm>
            <a:off x="9397935" y="7261266"/>
            <a:ext cx="3313500" cy="27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34"/>
              <a:buFont typeface="Arial"/>
              <a:buNone/>
            </a:pPr>
            <a:r>
              <a:rPr i="0" lang="en-US" sz="934" u="none" cap="none" strike="noStrike">
                <a:solidFill>
                  <a:srgbClr val="64748B"/>
                </a:solidFill>
                <a:latin typeface="Poppins"/>
                <a:ea typeface="Poppins"/>
                <a:cs typeface="Poppins"/>
                <a:sym typeface="Poppins"/>
              </a:rPr>
              <a:t>La gente tiende a descansar.</a:t>
            </a:r>
            <a:endParaRPr i="0" sz="934" u="none" cap="none" strike="noStrik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2"/>
          <p:cNvPicPr preferRelativeResize="0"/>
          <p:nvPr/>
        </p:nvPicPr>
        <p:blipFill>
          <a:blip r:embed="rId3">
            <a:alphaModFix/>
          </a:blip>
          <a:stretch>
            <a:fillRect/>
          </a:stretch>
        </p:blipFill>
        <p:spPr>
          <a:xfrm>
            <a:off x="1118312" y="657800"/>
            <a:ext cx="6937752" cy="3634475"/>
          </a:xfrm>
          <a:prstGeom prst="rect">
            <a:avLst/>
          </a:prstGeom>
          <a:noFill/>
          <a:ln>
            <a:noFill/>
          </a:ln>
        </p:spPr>
      </p:pic>
      <p:pic>
        <p:nvPicPr>
          <p:cNvPr id="165" name="Google Shape;165;p22"/>
          <p:cNvPicPr preferRelativeResize="0"/>
          <p:nvPr/>
        </p:nvPicPr>
        <p:blipFill>
          <a:blip r:embed="rId4">
            <a:alphaModFix/>
          </a:blip>
          <a:stretch>
            <a:fillRect/>
          </a:stretch>
        </p:blipFill>
        <p:spPr>
          <a:xfrm>
            <a:off x="1180525" y="4460150"/>
            <a:ext cx="7435227" cy="3895076"/>
          </a:xfrm>
          <a:prstGeom prst="rect">
            <a:avLst/>
          </a:prstGeom>
          <a:noFill/>
          <a:ln>
            <a:noFill/>
          </a:ln>
        </p:spPr>
      </p:pic>
      <p:sp>
        <p:nvSpPr>
          <p:cNvPr id="166" name="Google Shape;166;p22"/>
          <p:cNvSpPr/>
          <p:nvPr/>
        </p:nvSpPr>
        <p:spPr>
          <a:xfrm>
            <a:off x="8965070" y="1578580"/>
            <a:ext cx="3749100" cy="2057400"/>
          </a:xfrm>
          <a:prstGeom prst="roundRect">
            <a:avLst>
              <a:gd fmla="val 4444" name="adj"/>
            </a:avLst>
          </a:prstGeom>
          <a:solidFill>
            <a:srgbClr val="214C68"/>
          </a:solidFill>
          <a:ln>
            <a:noFill/>
          </a:ln>
          <a:effectLst>
            <a:outerShdw blurRad="101600" rotWithShape="0" algn="bl" dir="5400000" dist="38100">
              <a:srgbClr val="0D2B45">
                <a:alpha val="1607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
          <p:cNvSpPr/>
          <p:nvPr/>
        </p:nvSpPr>
        <p:spPr>
          <a:xfrm>
            <a:off x="9239390" y="1852900"/>
            <a:ext cx="502800" cy="502800"/>
          </a:xfrm>
          <a:prstGeom prst="ellipse">
            <a:avLst/>
          </a:prstGeom>
          <a:solidFill>
            <a:srgbClr val="F5A623"/>
          </a:solidFill>
          <a:ln>
            <a:noFill/>
          </a:ln>
          <a:effectLst>
            <a:outerShdw blurRad="76200" rotWithShape="0" algn="bl" dir="5400000" dist="25400">
              <a:srgbClr val="0D2B45">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 name="Google Shape;168;p22"/>
          <p:cNvPicPr preferRelativeResize="0"/>
          <p:nvPr/>
        </p:nvPicPr>
        <p:blipFill rotWithShape="1">
          <a:blip r:embed="rId5">
            <a:alphaModFix/>
          </a:blip>
          <a:srcRect b="0" l="0" r="0" t="0"/>
          <a:stretch/>
        </p:blipFill>
        <p:spPr>
          <a:xfrm>
            <a:off x="9304770" y="1918280"/>
            <a:ext cx="372161" cy="372161"/>
          </a:xfrm>
          <a:prstGeom prst="rect">
            <a:avLst/>
          </a:prstGeom>
          <a:noFill/>
          <a:ln>
            <a:noFill/>
          </a:ln>
        </p:spPr>
      </p:pic>
      <p:sp>
        <p:nvSpPr>
          <p:cNvPr id="169" name="Google Shape;169;p22"/>
          <p:cNvSpPr/>
          <p:nvPr/>
        </p:nvSpPr>
        <p:spPr>
          <a:xfrm>
            <a:off x="9879470" y="1852900"/>
            <a:ext cx="2651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Poppins"/>
                <a:ea typeface="Poppins"/>
                <a:cs typeface="Poppins"/>
                <a:sym typeface="Poppins"/>
              </a:rPr>
              <a:t>Picos en horas </a:t>
            </a:r>
            <a:r>
              <a:rPr b="1" lang="en-US" sz="1500">
                <a:solidFill>
                  <a:srgbClr val="FFFFFF"/>
                </a:solidFill>
                <a:latin typeface="Poppins"/>
                <a:ea typeface="Poppins"/>
                <a:cs typeface="Poppins"/>
                <a:sym typeface="Poppins"/>
              </a:rPr>
              <a:t>de entrada/salida laboral</a:t>
            </a:r>
            <a:endParaRPr b="1" i="0" sz="1500" u="none" cap="none" strike="noStrike">
              <a:solidFill>
                <a:srgbClr val="000000"/>
              </a:solidFill>
              <a:latin typeface="Poppins"/>
              <a:ea typeface="Poppins"/>
              <a:cs typeface="Poppins"/>
              <a:sym typeface="Poppins"/>
            </a:endParaRPr>
          </a:p>
        </p:txBody>
      </p:sp>
      <p:sp>
        <p:nvSpPr>
          <p:cNvPr id="170" name="Google Shape;170;p22"/>
          <p:cNvSpPr/>
          <p:nvPr/>
        </p:nvSpPr>
        <p:spPr>
          <a:xfrm>
            <a:off x="9239390" y="2492980"/>
            <a:ext cx="3246000" cy="10515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D6E2EC"/>
              </a:buClr>
              <a:buSzPts val="1300"/>
              <a:buFont typeface="Arial"/>
              <a:buNone/>
            </a:pPr>
            <a:r>
              <a:rPr i="0" lang="en-US" sz="1300" u="none" cap="none" strike="noStrike">
                <a:solidFill>
                  <a:srgbClr val="D6E2EC"/>
                </a:solidFill>
                <a:latin typeface="Poppins"/>
                <a:ea typeface="Poppins"/>
                <a:cs typeface="Poppins"/>
                <a:sym typeface="Poppins"/>
              </a:rPr>
              <a:t>En días laborales aparecen dos picos claros: ~8:00 y ~18:00, las horas de entrada y salida de oficinas.</a:t>
            </a:r>
            <a:endParaRPr i="0" sz="1300" u="none" cap="none" strike="noStrike">
              <a:solidFill>
                <a:srgbClr val="000000"/>
              </a:solidFill>
              <a:latin typeface="Poppins"/>
              <a:ea typeface="Poppins"/>
              <a:cs typeface="Poppins"/>
              <a:sym typeface="Poppins"/>
            </a:endParaRPr>
          </a:p>
        </p:txBody>
      </p:sp>
      <p:sp>
        <p:nvSpPr>
          <p:cNvPr id="171" name="Google Shape;171;p22"/>
          <p:cNvSpPr/>
          <p:nvPr/>
        </p:nvSpPr>
        <p:spPr>
          <a:xfrm>
            <a:off x="8965070" y="3818860"/>
            <a:ext cx="3749100" cy="1965900"/>
          </a:xfrm>
          <a:prstGeom prst="roundRect">
            <a:avLst>
              <a:gd fmla="val 4651" name="adj"/>
            </a:avLst>
          </a:prstGeom>
          <a:solidFill>
            <a:srgbClr val="EEF3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2"/>
          <p:cNvSpPr/>
          <p:nvPr/>
        </p:nvSpPr>
        <p:spPr>
          <a:xfrm>
            <a:off x="9239390" y="4074892"/>
            <a:ext cx="502800" cy="502800"/>
          </a:xfrm>
          <a:prstGeom prst="ellipse">
            <a:avLst/>
          </a:prstGeom>
          <a:solidFill>
            <a:srgbClr val="0E6E78"/>
          </a:solidFill>
          <a:ln>
            <a:noFill/>
          </a:ln>
          <a:effectLst>
            <a:outerShdw blurRad="76200" rotWithShape="0" algn="bl" dir="5400000" dist="25400">
              <a:srgbClr val="0D2B45">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 name="Google Shape;173;p22"/>
          <p:cNvPicPr preferRelativeResize="0"/>
          <p:nvPr/>
        </p:nvPicPr>
        <p:blipFill rotWithShape="1">
          <a:blip r:embed="rId6">
            <a:alphaModFix/>
          </a:blip>
          <a:srcRect b="0" l="0" r="0" t="0"/>
          <a:stretch/>
        </p:blipFill>
        <p:spPr>
          <a:xfrm>
            <a:off x="9304770" y="4140272"/>
            <a:ext cx="372161" cy="372161"/>
          </a:xfrm>
          <a:prstGeom prst="rect">
            <a:avLst/>
          </a:prstGeom>
          <a:noFill/>
          <a:ln>
            <a:noFill/>
          </a:ln>
        </p:spPr>
      </p:pic>
      <p:sp>
        <p:nvSpPr>
          <p:cNvPr id="174" name="Google Shape;174;p22"/>
          <p:cNvSpPr/>
          <p:nvPr/>
        </p:nvSpPr>
        <p:spPr>
          <a:xfrm>
            <a:off x="9879470" y="4074892"/>
            <a:ext cx="2651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B45"/>
              </a:buClr>
              <a:buSzPts val="1500"/>
              <a:buFont typeface="Arial"/>
              <a:buNone/>
            </a:pPr>
            <a:r>
              <a:rPr b="1" i="0" lang="en-US" sz="1500" u="none" cap="none" strike="noStrike">
                <a:solidFill>
                  <a:srgbClr val="0D2B45"/>
                </a:solidFill>
                <a:latin typeface="Poppins"/>
                <a:ea typeface="Poppins"/>
                <a:cs typeface="Poppins"/>
                <a:sym typeface="Poppins"/>
              </a:rPr>
              <a:t>Efecto estacional</a:t>
            </a:r>
            <a:endParaRPr b="1" i="0" sz="1500" u="none" cap="none" strike="noStrike">
              <a:solidFill>
                <a:srgbClr val="000000"/>
              </a:solidFill>
              <a:latin typeface="Poppins"/>
              <a:ea typeface="Poppins"/>
              <a:cs typeface="Poppins"/>
              <a:sym typeface="Poppins"/>
            </a:endParaRPr>
          </a:p>
        </p:txBody>
      </p:sp>
      <p:sp>
        <p:nvSpPr>
          <p:cNvPr id="175" name="Google Shape;175;p22"/>
          <p:cNvSpPr/>
          <p:nvPr/>
        </p:nvSpPr>
        <p:spPr>
          <a:xfrm>
            <a:off x="9239390" y="4687540"/>
            <a:ext cx="3246000" cy="10059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1E293B"/>
              </a:buClr>
              <a:buSzPts val="1300"/>
              <a:buFont typeface="Arial"/>
              <a:buNone/>
            </a:pPr>
            <a:r>
              <a:rPr i="0" lang="en-US" sz="1300" u="none" cap="none" strike="noStrike">
                <a:solidFill>
                  <a:srgbClr val="1E293B"/>
                </a:solidFill>
                <a:latin typeface="Poppins"/>
                <a:ea typeface="Poppins"/>
                <a:cs typeface="Poppins"/>
                <a:sym typeface="Poppins"/>
              </a:rPr>
              <a:t>Los picos se mantienen, pero en invierno la demanda cae fuerte; verano y otoño concentran las rentas más altas.</a:t>
            </a:r>
            <a:endParaRPr i="0" sz="1300" u="none" cap="none" strike="noStrik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3"/>
          <p:cNvSpPr txBox="1"/>
          <p:nvPr>
            <p:ph type="title"/>
          </p:nvPr>
        </p:nvSpPr>
        <p:spPr>
          <a:xfrm>
            <a:off x="442625" y="146200"/>
            <a:ext cx="11099700" cy="2159100"/>
          </a:xfrm>
          <a:prstGeom prst="rect">
            <a:avLst/>
          </a:prstGeom>
        </p:spPr>
        <p:txBody>
          <a:bodyPr anchorCtr="0" anchor="ctr" bIns="50800" lIns="50800" spcFirstLastPara="1" rIns="50800" wrap="square" tIns="50800">
            <a:normAutofit/>
          </a:bodyPr>
          <a:lstStyle/>
          <a:p>
            <a:pPr indent="0" lvl="0" marL="0" rtl="0" algn="ctr">
              <a:spcBef>
                <a:spcPts val="0"/>
              </a:spcBef>
              <a:spcAft>
                <a:spcPts val="0"/>
              </a:spcAft>
              <a:buNone/>
            </a:pPr>
            <a:r>
              <a:rPr lang="en-US" sz="3800"/>
              <a:t>Codificación de variables categóricas</a:t>
            </a:r>
            <a:endParaRPr sz="3800"/>
          </a:p>
        </p:txBody>
      </p:sp>
      <p:pic>
        <p:nvPicPr>
          <p:cNvPr id="181" name="Google Shape;181;p23"/>
          <p:cNvPicPr preferRelativeResize="0"/>
          <p:nvPr/>
        </p:nvPicPr>
        <p:blipFill>
          <a:blip r:embed="rId3">
            <a:alphaModFix/>
          </a:blip>
          <a:stretch>
            <a:fillRect/>
          </a:stretch>
        </p:blipFill>
        <p:spPr>
          <a:xfrm>
            <a:off x="109150" y="1584425"/>
            <a:ext cx="6394699" cy="5437551"/>
          </a:xfrm>
          <a:prstGeom prst="rect">
            <a:avLst/>
          </a:prstGeom>
          <a:noFill/>
          <a:ln>
            <a:noFill/>
          </a:ln>
        </p:spPr>
      </p:pic>
      <p:pic>
        <p:nvPicPr>
          <p:cNvPr id="182" name="Google Shape;182;p23"/>
          <p:cNvPicPr preferRelativeResize="0"/>
          <p:nvPr/>
        </p:nvPicPr>
        <p:blipFill>
          <a:blip r:embed="rId4">
            <a:alphaModFix/>
          </a:blip>
          <a:stretch>
            <a:fillRect/>
          </a:stretch>
        </p:blipFill>
        <p:spPr>
          <a:xfrm>
            <a:off x="6539425" y="1545300"/>
            <a:ext cx="6687376" cy="3733350"/>
          </a:xfrm>
          <a:prstGeom prst="rect">
            <a:avLst/>
          </a:prstGeom>
          <a:noFill/>
          <a:ln>
            <a:noFill/>
          </a:ln>
        </p:spPr>
      </p:pic>
      <p:sp>
        <p:nvSpPr>
          <p:cNvPr id="183" name="Google Shape;183;p23"/>
          <p:cNvSpPr txBox="1"/>
          <p:nvPr/>
        </p:nvSpPr>
        <p:spPr>
          <a:xfrm>
            <a:off x="305900" y="7398950"/>
            <a:ext cx="5839200" cy="164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Poppins"/>
                <a:ea typeface="Poppins"/>
                <a:cs typeface="Poppins"/>
                <a:sym typeface="Poppins"/>
              </a:rPr>
              <a:t>Reemplazamos las columnas categóricas con valores numéricos usando un mapeo de valores.</a:t>
            </a:r>
            <a:endParaRPr>
              <a:latin typeface="Poppins"/>
              <a:ea typeface="Poppins"/>
              <a:cs typeface="Poppins"/>
              <a:sym typeface="Poppins"/>
            </a:endParaRPr>
          </a:p>
        </p:txBody>
      </p:sp>
      <p:sp>
        <p:nvSpPr>
          <p:cNvPr id="184" name="Google Shape;184;p23"/>
          <p:cNvSpPr txBox="1"/>
          <p:nvPr/>
        </p:nvSpPr>
        <p:spPr>
          <a:xfrm>
            <a:off x="7143750" y="7322075"/>
            <a:ext cx="5694900" cy="11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Poppins"/>
                <a:ea typeface="Poppins"/>
                <a:cs typeface="Poppins"/>
                <a:sym typeface="Poppins"/>
              </a:rPr>
              <a:t>Creamos columnas auxiliares donde usamos la hora, día y mes multiplicados por senos y cosenos para tomar en consideración la estacionalidad temporal y dar contexto.</a:t>
            </a:r>
            <a:endParaRPr>
              <a:latin typeface="Poppins"/>
              <a:ea typeface="Poppins"/>
              <a:cs typeface="Poppins"/>
              <a:sym typeface="Poppins"/>
            </a:endParaRPr>
          </a:p>
        </p:txBody>
      </p:sp>
      <p:pic>
        <p:nvPicPr>
          <p:cNvPr id="185" name="Google Shape;185;p23"/>
          <p:cNvPicPr preferRelativeResize="0"/>
          <p:nvPr/>
        </p:nvPicPr>
        <p:blipFill>
          <a:blip r:embed="rId5">
            <a:alphaModFix/>
          </a:blip>
          <a:stretch>
            <a:fillRect/>
          </a:stretch>
        </p:blipFill>
        <p:spPr>
          <a:xfrm>
            <a:off x="7603773" y="4993100"/>
            <a:ext cx="4187502" cy="2284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4"/>
          <p:cNvPicPr preferRelativeResize="0"/>
          <p:nvPr/>
        </p:nvPicPr>
        <p:blipFill>
          <a:blip r:embed="rId3">
            <a:alphaModFix/>
          </a:blip>
          <a:stretch>
            <a:fillRect/>
          </a:stretch>
        </p:blipFill>
        <p:spPr>
          <a:xfrm>
            <a:off x="267750" y="1341850"/>
            <a:ext cx="12700001" cy="4576465"/>
          </a:xfrm>
          <a:prstGeom prst="rect">
            <a:avLst/>
          </a:prstGeom>
          <a:noFill/>
          <a:ln>
            <a:noFill/>
          </a:ln>
        </p:spPr>
      </p:pic>
      <p:sp>
        <p:nvSpPr>
          <p:cNvPr id="191" name="Google Shape;191;p24"/>
          <p:cNvSpPr txBox="1"/>
          <p:nvPr/>
        </p:nvSpPr>
        <p:spPr>
          <a:xfrm>
            <a:off x="-64875" y="677650"/>
            <a:ext cx="127323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800">
                <a:solidFill>
                  <a:srgbClr val="204C68"/>
                </a:solidFill>
                <a:latin typeface="Poppins"/>
                <a:ea typeface="Poppins"/>
                <a:cs typeface="Poppins"/>
                <a:sym typeface="Poppins"/>
              </a:rPr>
              <a:t>Escalamiento de variables</a:t>
            </a:r>
            <a:endParaRPr b="1" sz="3800">
              <a:solidFill>
                <a:srgbClr val="204C68"/>
              </a:solidFill>
              <a:latin typeface="Poppins"/>
              <a:ea typeface="Poppins"/>
              <a:cs typeface="Poppins"/>
              <a:sym typeface="Poppins"/>
            </a:endParaRPr>
          </a:p>
        </p:txBody>
      </p:sp>
      <p:sp>
        <p:nvSpPr>
          <p:cNvPr id="192" name="Google Shape;192;p24"/>
          <p:cNvSpPr txBox="1"/>
          <p:nvPr/>
        </p:nvSpPr>
        <p:spPr>
          <a:xfrm>
            <a:off x="3901450" y="5733925"/>
            <a:ext cx="7965900" cy="8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Poppins"/>
                <a:ea typeface="Poppins"/>
                <a:cs typeface="Poppins"/>
                <a:sym typeface="Poppins"/>
              </a:rPr>
              <a:t>El </a:t>
            </a:r>
            <a:r>
              <a:rPr lang="en-US">
                <a:solidFill>
                  <a:srgbClr val="188038"/>
                </a:solidFill>
                <a:latin typeface="Consolas"/>
                <a:ea typeface="Consolas"/>
                <a:cs typeface="Consolas"/>
                <a:sym typeface="Consolas"/>
              </a:rPr>
              <a:t>self.scaler</a:t>
            </a:r>
            <a:r>
              <a:rPr lang="en-US">
                <a:latin typeface="Poppins"/>
                <a:ea typeface="Poppins"/>
                <a:cs typeface="Poppins"/>
                <a:sym typeface="Poppins"/>
              </a:rPr>
              <a:t> declarado como variable de clase nos servirá para mandarlo a llamar cada que </a:t>
            </a:r>
            <a:r>
              <a:rPr lang="en-US">
                <a:latin typeface="Poppins"/>
                <a:ea typeface="Poppins"/>
                <a:cs typeface="Poppins"/>
                <a:sym typeface="Poppins"/>
              </a:rPr>
              <a:t>utilicemos</a:t>
            </a:r>
            <a:r>
              <a:rPr lang="en-US">
                <a:latin typeface="Poppins"/>
                <a:ea typeface="Poppins"/>
                <a:cs typeface="Poppins"/>
                <a:sym typeface="Poppins"/>
              </a:rPr>
              <a:t> un modelo de regresión que lo necesite</a:t>
            </a:r>
            <a:endParaRPr>
              <a:latin typeface="Poppins"/>
              <a:ea typeface="Poppins"/>
              <a:cs typeface="Poppins"/>
              <a:sym typeface="Poppins"/>
            </a:endParaRPr>
          </a:p>
        </p:txBody>
      </p:sp>
      <p:pic>
        <p:nvPicPr>
          <p:cNvPr id="193" name="Google Shape;193;p24"/>
          <p:cNvPicPr preferRelativeResize="0"/>
          <p:nvPr/>
        </p:nvPicPr>
        <p:blipFill>
          <a:blip r:embed="rId4">
            <a:alphaModFix/>
          </a:blip>
          <a:stretch>
            <a:fillRect/>
          </a:stretch>
        </p:blipFill>
        <p:spPr>
          <a:xfrm>
            <a:off x="4319125" y="5965525"/>
            <a:ext cx="6469480" cy="1919975"/>
          </a:xfrm>
          <a:prstGeom prst="rect">
            <a:avLst/>
          </a:prstGeom>
          <a:noFill/>
          <a:ln>
            <a:noFill/>
          </a:ln>
        </p:spPr>
      </p:pic>
      <p:sp>
        <p:nvSpPr>
          <p:cNvPr id="194" name="Google Shape;194;p24"/>
          <p:cNvSpPr txBox="1"/>
          <p:nvPr/>
        </p:nvSpPr>
        <p:spPr>
          <a:xfrm>
            <a:off x="1422575" y="7744200"/>
            <a:ext cx="4783500" cy="10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4"/>
          <p:cNvSpPr/>
          <p:nvPr/>
        </p:nvSpPr>
        <p:spPr>
          <a:xfrm flipH="1">
            <a:off x="2374150" y="5581075"/>
            <a:ext cx="1527300" cy="669300"/>
          </a:xfrm>
          <a:prstGeom prst="bentUpArrow">
            <a:avLst>
              <a:gd fmla="val 25000" name="adj1"/>
              <a:gd fmla="val 25000" name="adj2"/>
              <a:gd fmla="val 25000" name="adj3"/>
            </a:avLst>
          </a:prstGeom>
          <a:solidFill>
            <a:srgbClr val="214C6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4"/>
          <p:cNvSpPr/>
          <p:nvPr/>
        </p:nvSpPr>
        <p:spPr>
          <a:xfrm flipH="1">
            <a:off x="1102675" y="3449700"/>
            <a:ext cx="853800" cy="5041500"/>
          </a:xfrm>
          <a:prstGeom prst="bentUpArrow">
            <a:avLst>
              <a:gd fmla="val 25000" name="adj1"/>
              <a:gd fmla="val 25000" name="adj2"/>
              <a:gd fmla="val 24008" name="adj3"/>
            </a:avLst>
          </a:prstGeom>
          <a:solidFill>
            <a:srgbClr val="569C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97" name="Google Shape;197;p24"/>
          <p:cNvSpPr txBox="1"/>
          <p:nvPr/>
        </p:nvSpPr>
        <p:spPr>
          <a:xfrm>
            <a:off x="2187225" y="8206550"/>
            <a:ext cx="8535600" cy="6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Poppins"/>
                <a:ea typeface="Poppins"/>
                <a:cs typeface="Poppins"/>
                <a:sym typeface="Poppins"/>
              </a:rPr>
              <a:t>También notemos que sacamos raíz cuadrada de la variable objetivo para comprimir los picos de demanda y no considerarlos </a:t>
            </a:r>
            <a:r>
              <a:rPr i="1" lang="en-US">
                <a:latin typeface="Poppins"/>
                <a:ea typeface="Poppins"/>
                <a:cs typeface="Poppins"/>
                <a:sym typeface="Poppins"/>
              </a:rPr>
              <a:t>outliers</a:t>
            </a:r>
            <a:r>
              <a:rPr lang="en-US">
                <a:latin typeface="Poppins"/>
                <a:ea typeface="Poppins"/>
                <a:cs typeface="Poppins"/>
                <a:sym typeface="Poppins"/>
              </a:rPr>
              <a:t>.</a:t>
            </a:r>
            <a:endParaRPr>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txBox="1"/>
          <p:nvPr>
            <p:ph type="title"/>
          </p:nvPr>
        </p:nvSpPr>
        <p:spPr>
          <a:xfrm>
            <a:off x="1270000" y="3225800"/>
            <a:ext cx="10464900" cy="3302100"/>
          </a:xfrm>
          <a:prstGeom prst="rect">
            <a:avLst/>
          </a:prstGeom>
        </p:spPr>
        <p:txBody>
          <a:bodyPr anchorCtr="0" anchor="ctr" bIns="50800" lIns="50800" spcFirstLastPara="1" rIns="50800" wrap="square" tIns="50800">
            <a:normAutofit/>
          </a:bodyPr>
          <a:lstStyle/>
          <a:p>
            <a:pPr indent="0" lvl="0" marL="0" rtl="0" algn="ctr">
              <a:spcBef>
                <a:spcPts val="0"/>
              </a:spcBef>
              <a:spcAft>
                <a:spcPts val="0"/>
              </a:spcAft>
              <a:buNone/>
            </a:pPr>
            <a:r>
              <a:rPr lang="en-US">
                <a:solidFill>
                  <a:srgbClr val="214C68"/>
                </a:solidFill>
              </a:rPr>
              <a:t>Modelos de regresión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26"/>
          <p:cNvPicPr preferRelativeResize="0"/>
          <p:nvPr/>
        </p:nvPicPr>
        <p:blipFill>
          <a:blip r:embed="rId3">
            <a:alphaModFix/>
          </a:blip>
          <a:stretch>
            <a:fillRect/>
          </a:stretch>
        </p:blipFill>
        <p:spPr>
          <a:xfrm>
            <a:off x="195675" y="830075"/>
            <a:ext cx="4635699" cy="1383175"/>
          </a:xfrm>
          <a:prstGeom prst="rect">
            <a:avLst/>
          </a:prstGeom>
          <a:noFill/>
          <a:ln>
            <a:noFill/>
          </a:ln>
        </p:spPr>
      </p:pic>
      <p:sp>
        <p:nvSpPr>
          <p:cNvPr id="208" name="Google Shape;208;p26"/>
          <p:cNvSpPr txBox="1"/>
          <p:nvPr/>
        </p:nvSpPr>
        <p:spPr>
          <a:xfrm>
            <a:off x="555075" y="2097800"/>
            <a:ext cx="30000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0    254</a:t>
            </a:r>
            <a:endParaRPr/>
          </a:p>
          <a:p>
            <a:pPr indent="0" lvl="0" marL="0" rtl="0" algn="l">
              <a:spcBef>
                <a:spcPts val="0"/>
              </a:spcBef>
              <a:spcAft>
                <a:spcPts val="0"/>
              </a:spcAft>
              <a:buNone/>
            </a:pPr>
            <a:r>
              <a:rPr lang="en-US"/>
              <a:t>1    204</a:t>
            </a:r>
            <a:endParaRPr/>
          </a:p>
          <a:p>
            <a:pPr indent="0" lvl="0" marL="0" rtl="0" algn="l">
              <a:spcBef>
                <a:spcPts val="0"/>
              </a:spcBef>
              <a:spcAft>
                <a:spcPts val="0"/>
              </a:spcAft>
              <a:buNone/>
            </a:pPr>
            <a:r>
              <a:rPr lang="en-US"/>
              <a:t>2    173</a:t>
            </a:r>
            <a:endParaRPr/>
          </a:p>
          <a:p>
            <a:pPr indent="0" lvl="0" marL="0" rtl="0" algn="l">
              <a:spcBef>
                <a:spcPts val="0"/>
              </a:spcBef>
              <a:spcAft>
                <a:spcPts val="0"/>
              </a:spcAft>
              <a:buNone/>
            </a:pPr>
            <a:r>
              <a:rPr lang="en-US"/>
              <a:t>3    107</a:t>
            </a:r>
            <a:endParaRPr/>
          </a:p>
          <a:p>
            <a:pPr indent="0" lvl="0" marL="0" rtl="0" algn="l">
              <a:spcBef>
                <a:spcPts val="0"/>
              </a:spcBef>
              <a:spcAft>
                <a:spcPts val="0"/>
              </a:spcAft>
              <a:buNone/>
            </a:pPr>
            <a:r>
              <a:rPr lang="en-US"/>
              <a:t>4     78</a:t>
            </a:r>
            <a:endParaRPr/>
          </a:p>
          <a:p>
            <a:pPr indent="0" lvl="0" marL="0" rtl="0" algn="l">
              <a:spcBef>
                <a:spcPts val="0"/>
              </a:spcBef>
              <a:spcAft>
                <a:spcPts val="0"/>
              </a:spcAft>
              <a:buNone/>
            </a:pPr>
            <a:r>
              <a:rPr lang="en-US"/>
              <a:t>5    100</a:t>
            </a:r>
            <a:endParaRPr/>
          </a:p>
          <a:p>
            <a:pPr indent="0" lvl="0" marL="0" rtl="0" algn="l">
              <a:spcBef>
                <a:spcPts val="0"/>
              </a:spcBef>
              <a:spcAft>
                <a:spcPts val="0"/>
              </a:spcAft>
              <a:buNone/>
            </a:pPr>
            <a:r>
              <a:rPr lang="en-US"/>
              <a:t>6    181</a:t>
            </a:r>
            <a:endParaRPr/>
          </a:p>
          <a:p>
            <a:pPr indent="0" lvl="0" marL="0" rtl="0" algn="l">
              <a:spcBef>
                <a:spcPts val="0"/>
              </a:spcBef>
              <a:spcAft>
                <a:spcPts val="0"/>
              </a:spcAft>
              <a:buNone/>
            </a:pPr>
            <a:r>
              <a:rPr lang="en-US"/>
              <a:t>7    460</a:t>
            </a:r>
            <a:endParaRPr/>
          </a:p>
          <a:p>
            <a:pPr indent="0" lvl="0" marL="0" rtl="0" algn="l">
              <a:spcBef>
                <a:spcPts val="0"/>
              </a:spcBef>
              <a:spcAft>
                <a:spcPts val="0"/>
              </a:spcAft>
              <a:buNone/>
            </a:pPr>
            <a:r>
              <a:rPr lang="en-US"/>
              <a:t>8    930</a:t>
            </a:r>
            <a:endParaRPr/>
          </a:p>
          <a:p>
            <a:pPr indent="0" lvl="0" marL="0" rtl="0" algn="l">
              <a:spcBef>
                <a:spcPts val="0"/>
              </a:spcBef>
              <a:spcAft>
                <a:spcPts val="0"/>
              </a:spcAft>
              <a:buNone/>
            </a:pPr>
            <a:r>
              <a:rPr lang="en-US"/>
              <a:t>9    490</a:t>
            </a:r>
            <a:endParaRPr/>
          </a:p>
          <a:p>
            <a:pPr indent="0" lvl="0" marL="0" rtl="0" algn="l">
              <a:spcBef>
                <a:spcPts val="0"/>
              </a:spcBef>
              <a:spcAft>
                <a:spcPts val="0"/>
              </a:spcAft>
              <a:buNone/>
            </a:pPr>
            <a:r>
              <a:rPr lang="en-US"/>
              <a:t>Name: Rented Bike Count, dtype: int64</a:t>
            </a:r>
            <a:endParaRPr/>
          </a:p>
        </p:txBody>
      </p:sp>
      <p:sp>
        <p:nvSpPr>
          <p:cNvPr id="209" name="Google Shape;209;p26"/>
          <p:cNvSpPr txBox="1"/>
          <p:nvPr/>
        </p:nvSpPr>
        <p:spPr>
          <a:xfrm>
            <a:off x="0" y="0"/>
            <a:ext cx="12119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800">
                <a:solidFill>
                  <a:srgbClr val="204C68"/>
                </a:solidFill>
                <a:latin typeface="Poppins"/>
                <a:ea typeface="Poppins"/>
                <a:cs typeface="Poppins"/>
                <a:sym typeface="Poppins"/>
              </a:rPr>
              <a:t>¿Por qué usar Poisson?</a:t>
            </a:r>
            <a:endParaRPr b="1" sz="3800">
              <a:solidFill>
                <a:srgbClr val="204C68"/>
              </a:solidFill>
              <a:latin typeface="Poppins"/>
              <a:ea typeface="Poppins"/>
              <a:cs typeface="Poppins"/>
              <a:sym typeface="Poppins"/>
            </a:endParaRPr>
          </a:p>
        </p:txBody>
      </p:sp>
      <p:sp>
        <p:nvSpPr>
          <p:cNvPr id="210" name="Google Shape;210;p26"/>
          <p:cNvSpPr/>
          <p:nvPr/>
        </p:nvSpPr>
        <p:spPr>
          <a:xfrm>
            <a:off x="3872600" y="2417850"/>
            <a:ext cx="1218300" cy="375000"/>
          </a:xfrm>
          <a:prstGeom prst="leftArrow">
            <a:avLst>
              <a:gd fmla="val 50000" name="adj1"/>
              <a:gd fmla="val 50000" name="adj2"/>
            </a:avLst>
          </a:prstGeom>
          <a:solidFill>
            <a:srgbClr val="569C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569CD6"/>
              </a:solidFill>
            </a:endParaRPr>
          </a:p>
        </p:txBody>
      </p:sp>
      <p:sp>
        <p:nvSpPr>
          <p:cNvPr id="211" name="Google Shape;211;p26"/>
          <p:cNvSpPr txBox="1"/>
          <p:nvPr/>
        </p:nvSpPr>
        <p:spPr>
          <a:xfrm>
            <a:off x="5559475" y="2006950"/>
            <a:ext cx="5608500" cy="23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Poppins"/>
                <a:ea typeface="Poppins"/>
                <a:cs typeface="Poppins"/>
                <a:sym typeface="Poppins"/>
              </a:rPr>
              <a:t>Nuestra variable target está compuesto de enteros no negativos y es una variable de conteo, a esto le añadimos el hecho de que agregamos columnas de estacionalidad temporal como los cosenos y senos, por lo que Poisson es un buen candidato de modelo de regresión. Además los otros modelos de regresión intentarían predecir valores negativos lo cual no nos sirve en nada ya que la variable es de </a:t>
            </a:r>
            <a:r>
              <a:rPr b="1" lang="en-US">
                <a:latin typeface="Poppins"/>
                <a:ea typeface="Poppins"/>
                <a:cs typeface="Poppins"/>
                <a:sym typeface="Poppins"/>
              </a:rPr>
              <a:t>conteo</a:t>
            </a:r>
            <a:r>
              <a:rPr lang="en-US">
                <a:latin typeface="Poppins"/>
                <a:ea typeface="Poppins"/>
                <a:cs typeface="Poppins"/>
                <a:sym typeface="Poppins"/>
              </a:rPr>
              <a:t>.</a:t>
            </a:r>
            <a:endParaRPr>
              <a:latin typeface="Poppins"/>
              <a:ea typeface="Poppins"/>
              <a:cs typeface="Poppins"/>
              <a:sym typeface="Poppins"/>
            </a:endParaRPr>
          </a:p>
        </p:txBody>
      </p:sp>
      <p:pic>
        <p:nvPicPr>
          <p:cNvPr id="212" name="Google Shape;212;p26"/>
          <p:cNvPicPr preferRelativeResize="0"/>
          <p:nvPr/>
        </p:nvPicPr>
        <p:blipFill>
          <a:blip r:embed="rId4">
            <a:alphaModFix/>
          </a:blip>
          <a:stretch>
            <a:fillRect/>
          </a:stretch>
        </p:blipFill>
        <p:spPr>
          <a:xfrm>
            <a:off x="195675" y="4988675"/>
            <a:ext cx="4856726" cy="2663631"/>
          </a:xfrm>
          <a:prstGeom prst="rect">
            <a:avLst/>
          </a:prstGeom>
          <a:noFill/>
          <a:ln>
            <a:noFill/>
          </a:ln>
        </p:spPr>
      </p:pic>
      <p:pic>
        <p:nvPicPr>
          <p:cNvPr id="213" name="Google Shape;213;p26"/>
          <p:cNvPicPr preferRelativeResize="0"/>
          <p:nvPr/>
        </p:nvPicPr>
        <p:blipFill>
          <a:blip r:embed="rId5">
            <a:alphaModFix/>
          </a:blip>
          <a:stretch>
            <a:fillRect/>
          </a:stretch>
        </p:blipFill>
        <p:spPr>
          <a:xfrm>
            <a:off x="5964926" y="4566100"/>
            <a:ext cx="5203051" cy="3910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nvSpPr>
        <p:spPr>
          <a:xfrm>
            <a:off x="931375" y="594000"/>
            <a:ext cx="4166700" cy="12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txBox="1"/>
          <p:nvPr/>
        </p:nvSpPr>
        <p:spPr>
          <a:xfrm>
            <a:off x="677625" y="403700"/>
            <a:ext cx="83061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800">
                <a:solidFill>
                  <a:srgbClr val="204C68"/>
                </a:solidFill>
                <a:latin typeface="Poppins"/>
                <a:ea typeface="Poppins"/>
                <a:cs typeface="Poppins"/>
                <a:sym typeface="Poppins"/>
              </a:rPr>
              <a:t>Resto de modelos</a:t>
            </a:r>
            <a:endParaRPr b="1" sz="3800">
              <a:solidFill>
                <a:srgbClr val="204C68"/>
              </a:solidFill>
              <a:latin typeface="Poppins"/>
              <a:ea typeface="Poppins"/>
              <a:cs typeface="Poppins"/>
              <a:sym typeface="Poppins"/>
            </a:endParaRPr>
          </a:p>
        </p:txBody>
      </p:sp>
      <p:pic>
        <p:nvPicPr>
          <p:cNvPr id="220" name="Google Shape;220;p27"/>
          <p:cNvPicPr preferRelativeResize="0"/>
          <p:nvPr/>
        </p:nvPicPr>
        <p:blipFill>
          <a:blip r:embed="rId3">
            <a:alphaModFix/>
          </a:blip>
          <a:stretch>
            <a:fillRect/>
          </a:stretch>
        </p:blipFill>
        <p:spPr>
          <a:xfrm>
            <a:off x="-115350" y="1051608"/>
            <a:ext cx="5177400" cy="6993991"/>
          </a:xfrm>
          <a:prstGeom prst="rect">
            <a:avLst/>
          </a:prstGeom>
          <a:noFill/>
          <a:ln>
            <a:noFill/>
          </a:ln>
        </p:spPr>
      </p:pic>
      <p:pic>
        <p:nvPicPr>
          <p:cNvPr id="221" name="Google Shape;221;p27"/>
          <p:cNvPicPr preferRelativeResize="0"/>
          <p:nvPr/>
        </p:nvPicPr>
        <p:blipFill>
          <a:blip r:embed="rId4">
            <a:alphaModFix/>
          </a:blip>
          <a:stretch>
            <a:fillRect/>
          </a:stretch>
        </p:blipFill>
        <p:spPr>
          <a:xfrm>
            <a:off x="4943738" y="1335067"/>
            <a:ext cx="3818250" cy="2866099"/>
          </a:xfrm>
          <a:prstGeom prst="rect">
            <a:avLst/>
          </a:prstGeom>
          <a:noFill/>
          <a:ln>
            <a:noFill/>
          </a:ln>
        </p:spPr>
      </p:pic>
      <p:pic>
        <p:nvPicPr>
          <p:cNvPr id="222" name="Google Shape;222;p27"/>
          <p:cNvPicPr preferRelativeResize="0"/>
          <p:nvPr/>
        </p:nvPicPr>
        <p:blipFill>
          <a:blip r:embed="rId5">
            <a:alphaModFix/>
          </a:blip>
          <a:stretch>
            <a:fillRect/>
          </a:stretch>
        </p:blipFill>
        <p:spPr>
          <a:xfrm>
            <a:off x="9135125" y="1384700"/>
            <a:ext cx="3517625" cy="2640451"/>
          </a:xfrm>
          <a:prstGeom prst="rect">
            <a:avLst/>
          </a:prstGeom>
          <a:noFill/>
          <a:ln>
            <a:noFill/>
          </a:ln>
        </p:spPr>
      </p:pic>
      <p:pic>
        <p:nvPicPr>
          <p:cNvPr id="223" name="Google Shape;223;p27"/>
          <p:cNvPicPr preferRelativeResize="0"/>
          <p:nvPr/>
        </p:nvPicPr>
        <p:blipFill>
          <a:blip r:embed="rId6">
            <a:alphaModFix/>
          </a:blip>
          <a:stretch>
            <a:fillRect/>
          </a:stretch>
        </p:blipFill>
        <p:spPr>
          <a:xfrm>
            <a:off x="4848400" y="4305400"/>
            <a:ext cx="3913575" cy="2937648"/>
          </a:xfrm>
          <a:prstGeom prst="rect">
            <a:avLst/>
          </a:prstGeom>
          <a:noFill/>
          <a:ln>
            <a:noFill/>
          </a:ln>
        </p:spPr>
      </p:pic>
      <p:pic>
        <p:nvPicPr>
          <p:cNvPr id="224" name="Google Shape;224;p27"/>
          <p:cNvPicPr preferRelativeResize="0"/>
          <p:nvPr/>
        </p:nvPicPr>
        <p:blipFill>
          <a:blip r:embed="rId7">
            <a:alphaModFix/>
          </a:blip>
          <a:stretch>
            <a:fillRect/>
          </a:stretch>
        </p:blipFill>
        <p:spPr>
          <a:xfrm>
            <a:off x="9135125" y="4602625"/>
            <a:ext cx="3517625" cy="2640424"/>
          </a:xfrm>
          <a:prstGeom prst="rect">
            <a:avLst/>
          </a:prstGeom>
          <a:noFill/>
          <a:ln>
            <a:noFill/>
          </a:ln>
        </p:spPr>
      </p:pic>
      <p:sp>
        <p:nvSpPr>
          <p:cNvPr id="225" name="Google Shape;225;p27"/>
          <p:cNvSpPr txBox="1"/>
          <p:nvPr/>
        </p:nvSpPr>
        <p:spPr>
          <a:xfrm>
            <a:off x="2077600" y="853525"/>
            <a:ext cx="415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28"/>
          <p:cNvPicPr preferRelativeResize="0"/>
          <p:nvPr/>
        </p:nvPicPr>
        <p:blipFill>
          <a:blip r:embed="rId3">
            <a:alphaModFix/>
          </a:blip>
          <a:stretch>
            <a:fillRect/>
          </a:stretch>
        </p:blipFill>
        <p:spPr>
          <a:xfrm>
            <a:off x="152400" y="5593250"/>
            <a:ext cx="12700001" cy="2964160"/>
          </a:xfrm>
          <a:prstGeom prst="rect">
            <a:avLst/>
          </a:prstGeom>
          <a:noFill/>
          <a:ln>
            <a:noFill/>
          </a:ln>
        </p:spPr>
      </p:pic>
      <p:sp>
        <p:nvSpPr>
          <p:cNvPr id="231" name="Google Shape;231;p28"/>
          <p:cNvSpPr txBox="1"/>
          <p:nvPr/>
        </p:nvSpPr>
        <p:spPr>
          <a:xfrm>
            <a:off x="388800" y="203500"/>
            <a:ext cx="9257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800">
                <a:solidFill>
                  <a:srgbClr val="204C68"/>
                </a:solidFill>
                <a:latin typeface="Poppins"/>
                <a:ea typeface="Poppins"/>
                <a:cs typeface="Poppins"/>
                <a:sym typeface="Poppins"/>
              </a:rPr>
              <a:t>Tabla comparativa</a:t>
            </a:r>
            <a:endParaRPr b="1" sz="3800">
              <a:solidFill>
                <a:srgbClr val="204C68"/>
              </a:solidFill>
              <a:latin typeface="Poppins"/>
              <a:ea typeface="Poppins"/>
              <a:cs typeface="Poppins"/>
              <a:sym typeface="Poppins"/>
            </a:endParaRPr>
          </a:p>
        </p:txBody>
      </p:sp>
      <p:pic>
        <p:nvPicPr>
          <p:cNvPr id="232" name="Google Shape;232;p28"/>
          <p:cNvPicPr preferRelativeResize="0"/>
          <p:nvPr/>
        </p:nvPicPr>
        <p:blipFill>
          <a:blip r:embed="rId4">
            <a:alphaModFix/>
          </a:blip>
          <a:stretch>
            <a:fillRect/>
          </a:stretch>
        </p:blipFill>
        <p:spPr>
          <a:xfrm>
            <a:off x="2810850" y="1125400"/>
            <a:ext cx="6990316" cy="4315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9"/>
          <p:cNvPicPr preferRelativeResize="0"/>
          <p:nvPr/>
        </p:nvPicPr>
        <p:blipFill>
          <a:blip r:embed="rId3">
            <a:alphaModFix/>
          </a:blip>
          <a:stretch>
            <a:fillRect/>
          </a:stretch>
        </p:blipFill>
        <p:spPr>
          <a:xfrm>
            <a:off x="866500" y="152400"/>
            <a:ext cx="11985900" cy="88372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txBox="1"/>
          <p:nvPr>
            <p:ph type="title"/>
          </p:nvPr>
        </p:nvSpPr>
        <p:spPr>
          <a:xfrm>
            <a:off x="1270000" y="3225800"/>
            <a:ext cx="10464900" cy="3302100"/>
          </a:xfrm>
          <a:prstGeom prst="rect">
            <a:avLst/>
          </a:prstGeom>
        </p:spPr>
        <p:txBody>
          <a:bodyPr anchorCtr="0" anchor="ctr" bIns="50800" lIns="50800" spcFirstLastPara="1" rIns="50800" wrap="square" tIns="50800">
            <a:normAutofit/>
          </a:bodyPr>
          <a:lstStyle/>
          <a:p>
            <a:pPr indent="0" lvl="0" marL="0" rtl="0" algn="ctr">
              <a:spcBef>
                <a:spcPts val="0"/>
              </a:spcBef>
              <a:spcAft>
                <a:spcPts val="0"/>
              </a:spcAft>
              <a:buNone/>
            </a:pPr>
            <a:r>
              <a:rPr lang="en-US">
                <a:solidFill>
                  <a:srgbClr val="214C68"/>
                </a:solidFill>
              </a:rPr>
              <a:t>Modelos de ensamble y redes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1"/>
          <p:cNvPicPr preferRelativeResize="0"/>
          <p:nvPr/>
        </p:nvPicPr>
        <p:blipFill>
          <a:blip r:embed="rId3">
            <a:alphaModFix/>
          </a:blip>
          <a:stretch>
            <a:fillRect/>
          </a:stretch>
        </p:blipFill>
        <p:spPr>
          <a:xfrm>
            <a:off x="-35575" y="1494950"/>
            <a:ext cx="6430401" cy="4568800"/>
          </a:xfrm>
          <a:prstGeom prst="rect">
            <a:avLst/>
          </a:prstGeom>
          <a:noFill/>
          <a:ln>
            <a:noFill/>
          </a:ln>
        </p:spPr>
      </p:pic>
      <p:pic>
        <p:nvPicPr>
          <p:cNvPr id="248" name="Google Shape;248;p31"/>
          <p:cNvPicPr preferRelativeResize="0"/>
          <p:nvPr/>
        </p:nvPicPr>
        <p:blipFill>
          <a:blip r:embed="rId4">
            <a:alphaModFix/>
          </a:blip>
          <a:stretch>
            <a:fillRect/>
          </a:stretch>
        </p:blipFill>
        <p:spPr>
          <a:xfrm>
            <a:off x="6099325" y="1155850"/>
            <a:ext cx="6523249" cy="589897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32"/>
          <p:cNvPicPr preferRelativeResize="0"/>
          <p:nvPr/>
        </p:nvPicPr>
        <p:blipFill>
          <a:blip r:embed="rId3">
            <a:alphaModFix/>
          </a:blip>
          <a:stretch>
            <a:fillRect/>
          </a:stretch>
        </p:blipFill>
        <p:spPr>
          <a:xfrm>
            <a:off x="4113050" y="543600"/>
            <a:ext cx="5324626" cy="3996850"/>
          </a:xfrm>
          <a:prstGeom prst="rect">
            <a:avLst/>
          </a:prstGeom>
          <a:noFill/>
          <a:ln>
            <a:noFill/>
          </a:ln>
        </p:spPr>
      </p:pic>
      <p:pic>
        <p:nvPicPr>
          <p:cNvPr id="254" name="Google Shape;254;p32"/>
          <p:cNvPicPr preferRelativeResize="0"/>
          <p:nvPr/>
        </p:nvPicPr>
        <p:blipFill>
          <a:blip r:embed="rId4">
            <a:alphaModFix/>
          </a:blip>
          <a:stretch>
            <a:fillRect/>
          </a:stretch>
        </p:blipFill>
        <p:spPr>
          <a:xfrm>
            <a:off x="4113050" y="4873600"/>
            <a:ext cx="5022851" cy="377509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3"/>
          <p:cNvPicPr preferRelativeResize="0"/>
          <p:nvPr/>
        </p:nvPicPr>
        <p:blipFill>
          <a:blip r:embed="rId3">
            <a:alphaModFix/>
          </a:blip>
          <a:stretch>
            <a:fillRect/>
          </a:stretch>
        </p:blipFill>
        <p:spPr>
          <a:xfrm>
            <a:off x="205725" y="5513775"/>
            <a:ext cx="12700004" cy="2250907"/>
          </a:xfrm>
          <a:prstGeom prst="rect">
            <a:avLst/>
          </a:prstGeom>
          <a:noFill/>
          <a:ln>
            <a:noFill/>
          </a:ln>
        </p:spPr>
      </p:pic>
      <p:pic>
        <p:nvPicPr>
          <p:cNvPr id="260" name="Google Shape;260;p33"/>
          <p:cNvPicPr preferRelativeResize="0"/>
          <p:nvPr/>
        </p:nvPicPr>
        <p:blipFill>
          <a:blip r:embed="rId4">
            <a:alphaModFix/>
          </a:blip>
          <a:stretch>
            <a:fillRect/>
          </a:stretch>
        </p:blipFill>
        <p:spPr>
          <a:xfrm>
            <a:off x="2730825" y="668075"/>
            <a:ext cx="7467600" cy="4610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4"/>
          <p:cNvSpPr txBox="1"/>
          <p:nvPr/>
        </p:nvSpPr>
        <p:spPr>
          <a:xfrm>
            <a:off x="1902700" y="3734300"/>
            <a:ext cx="99849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6000">
                <a:solidFill>
                  <a:srgbClr val="214C68"/>
                </a:solidFill>
                <a:latin typeface="Poppins"/>
                <a:ea typeface="Poppins"/>
                <a:cs typeface="Poppins"/>
                <a:sym typeface="Poppins"/>
              </a:rPr>
              <a:t>Usando GridSearch</a:t>
            </a:r>
            <a:endParaRPr b="1" sz="6000">
              <a:solidFill>
                <a:srgbClr val="204C68"/>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35"/>
          <p:cNvPicPr preferRelativeResize="0"/>
          <p:nvPr/>
        </p:nvPicPr>
        <p:blipFill>
          <a:blip r:embed="rId3">
            <a:alphaModFix/>
          </a:blip>
          <a:stretch>
            <a:fillRect/>
          </a:stretch>
        </p:blipFill>
        <p:spPr>
          <a:xfrm>
            <a:off x="641425" y="187975"/>
            <a:ext cx="11277600" cy="5562600"/>
          </a:xfrm>
          <a:prstGeom prst="rect">
            <a:avLst/>
          </a:prstGeom>
          <a:noFill/>
          <a:ln>
            <a:noFill/>
          </a:ln>
        </p:spPr>
      </p:pic>
      <p:pic>
        <p:nvPicPr>
          <p:cNvPr id="271" name="Google Shape;271;p35"/>
          <p:cNvPicPr preferRelativeResize="0"/>
          <p:nvPr/>
        </p:nvPicPr>
        <p:blipFill>
          <a:blip r:embed="rId4">
            <a:alphaModFix/>
          </a:blip>
          <a:stretch>
            <a:fillRect/>
          </a:stretch>
        </p:blipFill>
        <p:spPr>
          <a:xfrm>
            <a:off x="6413300" y="6046000"/>
            <a:ext cx="6273974" cy="2327075"/>
          </a:xfrm>
          <a:prstGeom prst="rect">
            <a:avLst/>
          </a:prstGeom>
          <a:noFill/>
          <a:ln>
            <a:noFill/>
          </a:ln>
        </p:spPr>
      </p:pic>
      <p:pic>
        <p:nvPicPr>
          <p:cNvPr id="272" name="Google Shape;272;p35"/>
          <p:cNvPicPr preferRelativeResize="0"/>
          <p:nvPr/>
        </p:nvPicPr>
        <p:blipFill>
          <a:blip r:embed="rId5">
            <a:alphaModFix/>
          </a:blip>
          <a:stretch>
            <a:fillRect/>
          </a:stretch>
        </p:blipFill>
        <p:spPr>
          <a:xfrm>
            <a:off x="72700" y="6046000"/>
            <a:ext cx="6022544" cy="1075725"/>
          </a:xfrm>
          <a:prstGeom prst="rect">
            <a:avLst/>
          </a:prstGeom>
          <a:noFill/>
          <a:ln>
            <a:noFill/>
          </a:ln>
        </p:spPr>
      </p:pic>
      <p:pic>
        <p:nvPicPr>
          <p:cNvPr id="273" name="Google Shape;273;p35"/>
          <p:cNvPicPr preferRelativeResize="0"/>
          <p:nvPr/>
        </p:nvPicPr>
        <p:blipFill>
          <a:blip r:embed="rId6">
            <a:alphaModFix/>
          </a:blip>
          <a:stretch>
            <a:fillRect/>
          </a:stretch>
        </p:blipFill>
        <p:spPr>
          <a:xfrm>
            <a:off x="72700" y="6881771"/>
            <a:ext cx="6162525" cy="1684975"/>
          </a:xfrm>
          <a:prstGeom prst="rect">
            <a:avLst/>
          </a:prstGeom>
          <a:noFill/>
          <a:ln>
            <a:noFill/>
          </a:ln>
        </p:spPr>
      </p:pic>
      <p:sp>
        <p:nvSpPr>
          <p:cNvPr id="274" name="Google Shape;274;p35"/>
          <p:cNvSpPr txBox="1"/>
          <p:nvPr/>
        </p:nvSpPr>
        <p:spPr>
          <a:xfrm>
            <a:off x="1635975" y="5690350"/>
            <a:ext cx="2480700" cy="3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Poppins"/>
                <a:ea typeface="Poppins"/>
                <a:cs typeface="Poppins"/>
                <a:sym typeface="Poppins"/>
              </a:rPr>
              <a:t>GridSearch</a:t>
            </a:r>
            <a:endParaRPr b="1">
              <a:latin typeface="Poppins"/>
              <a:ea typeface="Poppins"/>
              <a:cs typeface="Poppins"/>
              <a:sym typeface="Poppins"/>
            </a:endParaRPr>
          </a:p>
        </p:txBody>
      </p:sp>
      <p:sp>
        <p:nvSpPr>
          <p:cNvPr id="275" name="Google Shape;275;p35"/>
          <p:cNvSpPr txBox="1"/>
          <p:nvPr/>
        </p:nvSpPr>
        <p:spPr>
          <a:xfrm>
            <a:off x="7941075" y="5690350"/>
            <a:ext cx="2480700" cy="3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Poppins"/>
                <a:ea typeface="Poppins"/>
                <a:cs typeface="Poppins"/>
                <a:sym typeface="Poppins"/>
              </a:rPr>
              <a:t>Sin GridSearch</a:t>
            </a:r>
            <a:endParaRPr b="1">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36"/>
          <p:cNvPicPr preferRelativeResize="0"/>
          <p:nvPr/>
        </p:nvPicPr>
        <p:blipFill>
          <a:blip r:embed="rId3">
            <a:alphaModFix/>
          </a:blip>
          <a:stretch>
            <a:fillRect/>
          </a:stretch>
        </p:blipFill>
        <p:spPr>
          <a:xfrm>
            <a:off x="152400" y="1574975"/>
            <a:ext cx="12700001" cy="3224610"/>
          </a:xfrm>
          <a:prstGeom prst="rect">
            <a:avLst/>
          </a:prstGeom>
          <a:noFill/>
          <a:ln>
            <a:noFill/>
          </a:ln>
        </p:spPr>
      </p:pic>
      <p:pic>
        <p:nvPicPr>
          <p:cNvPr id="281" name="Google Shape;281;p36"/>
          <p:cNvPicPr preferRelativeResize="0"/>
          <p:nvPr/>
        </p:nvPicPr>
        <p:blipFill>
          <a:blip r:embed="rId4">
            <a:alphaModFix/>
          </a:blip>
          <a:stretch>
            <a:fillRect/>
          </a:stretch>
        </p:blipFill>
        <p:spPr>
          <a:xfrm>
            <a:off x="107925" y="4729710"/>
            <a:ext cx="12700001" cy="3019971"/>
          </a:xfrm>
          <a:prstGeom prst="rect">
            <a:avLst/>
          </a:prstGeom>
          <a:noFill/>
          <a:ln>
            <a:noFill/>
          </a:ln>
        </p:spPr>
      </p:pic>
      <p:sp>
        <p:nvSpPr>
          <p:cNvPr id="282" name="Google Shape;282;p36"/>
          <p:cNvSpPr/>
          <p:nvPr/>
        </p:nvSpPr>
        <p:spPr>
          <a:xfrm>
            <a:off x="744977" y="312365"/>
            <a:ext cx="8778300" cy="4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E78"/>
              </a:buClr>
              <a:buSzPts val="1500"/>
              <a:buFont typeface="Arial"/>
              <a:buNone/>
            </a:pPr>
            <a:r>
              <a:rPr b="1" i="0" lang="en-US" sz="1500" u="none" cap="none" strike="noStrike">
                <a:solidFill>
                  <a:srgbClr val="214C68"/>
                </a:solidFill>
                <a:latin typeface="Poppins"/>
                <a:ea typeface="Poppins"/>
                <a:cs typeface="Poppins"/>
                <a:sym typeface="Poppins"/>
              </a:rPr>
              <a:t>OPTIMIZACIÓN · FUNCIÓN DE PÉRDIDA</a:t>
            </a:r>
            <a:endParaRPr b="1" i="0" sz="1500" u="none" cap="none" strike="noStrike">
              <a:solidFill>
                <a:srgbClr val="214C68"/>
              </a:solidFill>
              <a:latin typeface="Poppins"/>
              <a:ea typeface="Poppins"/>
              <a:cs typeface="Poppins"/>
              <a:sym typeface="Poppins"/>
            </a:endParaRPr>
          </a:p>
        </p:txBody>
      </p:sp>
      <p:sp>
        <p:nvSpPr>
          <p:cNvPr id="283" name="Google Shape;283;p36"/>
          <p:cNvSpPr/>
          <p:nvPr/>
        </p:nvSpPr>
        <p:spPr>
          <a:xfrm>
            <a:off x="744977" y="767533"/>
            <a:ext cx="11606700" cy="123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B45"/>
              </a:buClr>
              <a:buSzPts val="3700"/>
              <a:buFont typeface="Cambria"/>
              <a:buNone/>
            </a:pPr>
            <a:r>
              <a:rPr b="1" i="0" lang="en-US" sz="3700" u="none" cap="none" strike="noStrike">
                <a:solidFill>
                  <a:srgbClr val="0D2B45"/>
                </a:solidFill>
                <a:latin typeface="Poppins"/>
                <a:ea typeface="Poppins"/>
                <a:cs typeface="Poppins"/>
                <a:sym typeface="Poppins"/>
              </a:rPr>
              <a:t>MSE vs MAE: ¿cuál entrena mejor?</a:t>
            </a:r>
            <a:endParaRPr b="1" i="0" sz="3700" u="none" cap="none" strike="noStrike">
              <a:solidFill>
                <a:schemeClr val="dk1"/>
              </a:solidFill>
              <a:latin typeface="Poppins"/>
              <a:ea typeface="Poppins"/>
              <a:cs typeface="Poppins"/>
              <a:sym typeface="Poppins"/>
            </a:endParaRPr>
          </a:p>
        </p:txBody>
      </p:sp>
      <p:sp>
        <p:nvSpPr>
          <p:cNvPr id="284" name="Google Shape;284;p36"/>
          <p:cNvSpPr/>
          <p:nvPr/>
        </p:nvSpPr>
        <p:spPr>
          <a:xfrm>
            <a:off x="7930925" y="3387525"/>
            <a:ext cx="2258400" cy="177900"/>
          </a:xfrm>
          <a:prstGeom prst="leftArrow">
            <a:avLst>
              <a:gd fmla="val 50000" name="adj1"/>
              <a:gd fmla="val 50000" name="adj2"/>
            </a:avLst>
          </a:prstGeom>
          <a:solidFill>
            <a:srgbClr val="569C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36"/>
          <p:cNvSpPr/>
          <p:nvPr/>
        </p:nvSpPr>
        <p:spPr>
          <a:xfrm>
            <a:off x="7861050" y="6545150"/>
            <a:ext cx="2258400" cy="177900"/>
          </a:xfrm>
          <a:prstGeom prst="leftArrow">
            <a:avLst>
              <a:gd fmla="val 50000" name="adj1"/>
              <a:gd fmla="val 50000" name="adj2"/>
            </a:avLst>
          </a:prstGeom>
          <a:solidFill>
            <a:srgbClr val="569C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37"/>
          <p:cNvSpPr/>
          <p:nvPr/>
        </p:nvSpPr>
        <p:spPr>
          <a:xfrm>
            <a:off x="674602" y="958884"/>
            <a:ext cx="5608200" cy="3316200"/>
          </a:xfrm>
          <a:prstGeom prst="roundRect">
            <a:avLst>
              <a:gd fmla="val 3922" name="adj"/>
            </a:avLst>
          </a:prstGeom>
          <a:solidFill>
            <a:srgbClr val="FFFFFF"/>
          </a:solidFill>
          <a:ln cap="flat" cmpd="sng" w="15050">
            <a:solidFill>
              <a:srgbClr val="E2E8F0"/>
            </a:solidFill>
            <a:prstDash val="solid"/>
            <a:round/>
            <a:headEnd len="sm" w="sm" type="none"/>
            <a:tailEnd len="sm" w="sm" type="none"/>
          </a:ln>
          <a:effectLst>
            <a:outerShdw blurRad="90311" rotWithShape="0" algn="bl" dir="5400000" dist="30104">
              <a:srgbClr val="0D2B45">
                <a:alpha val="12160"/>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292" name="Google Shape;292;p37"/>
          <p:cNvSpPr/>
          <p:nvPr/>
        </p:nvSpPr>
        <p:spPr>
          <a:xfrm>
            <a:off x="1015978" y="1218980"/>
            <a:ext cx="4876800" cy="65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B45"/>
              </a:buClr>
              <a:buSzPts val="2000"/>
              <a:buFont typeface="Cambria"/>
              <a:buNone/>
            </a:pPr>
            <a:r>
              <a:rPr b="1" i="0" lang="en-US" sz="2000" u="none" cap="none" strike="noStrike">
                <a:solidFill>
                  <a:srgbClr val="0D2B45"/>
                </a:solidFill>
                <a:latin typeface="Poppins"/>
                <a:ea typeface="Poppins"/>
                <a:cs typeface="Poppins"/>
                <a:sym typeface="Poppins"/>
              </a:rPr>
              <a:t>Gradient Boosting</a:t>
            </a:r>
            <a:endParaRPr b="1" i="0" sz="2000" u="none" cap="none" strike="noStrike">
              <a:solidFill>
                <a:schemeClr val="dk1"/>
              </a:solidFill>
              <a:latin typeface="Poppins"/>
              <a:ea typeface="Poppins"/>
              <a:cs typeface="Poppins"/>
              <a:sym typeface="Poppins"/>
            </a:endParaRPr>
          </a:p>
        </p:txBody>
      </p:sp>
      <p:sp>
        <p:nvSpPr>
          <p:cNvPr id="293" name="Google Shape;293;p37"/>
          <p:cNvSpPr/>
          <p:nvPr/>
        </p:nvSpPr>
        <p:spPr>
          <a:xfrm>
            <a:off x="1015978" y="2064292"/>
            <a:ext cx="2389800" cy="1885800"/>
          </a:xfrm>
          <a:prstGeom prst="roundRect">
            <a:avLst>
              <a:gd fmla="val 5517" name="adj"/>
            </a:avLst>
          </a:prstGeom>
          <a:solidFill>
            <a:srgbClr val="569CD6"/>
          </a:solidFill>
          <a:ln>
            <a:noFill/>
          </a:ln>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294" name="Google Shape;294;p37"/>
          <p:cNvSpPr/>
          <p:nvPr/>
        </p:nvSpPr>
        <p:spPr>
          <a:xfrm>
            <a:off x="1015978" y="2194340"/>
            <a:ext cx="2389800" cy="45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MSE</a:t>
            </a:r>
            <a:endParaRPr b="0" i="0" sz="1400" u="none" cap="none" strike="noStrike">
              <a:solidFill>
                <a:schemeClr val="dk1"/>
              </a:solidFill>
              <a:latin typeface="Calibri"/>
              <a:ea typeface="Calibri"/>
              <a:cs typeface="Calibri"/>
              <a:sym typeface="Calibri"/>
            </a:endParaRPr>
          </a:p>
        </p:txBody>
      </p:sp>
      <p:sp>
        <p:nvSpPr>
          <p:cNvPr id="295" name="Google Shape;295;p37"/>
          <p:cNvSpPr/>
          <p:nvPr/>
        </p:nvSpPr>
        <p:spPr>
          <a:xfrm>
            <a:off x="1015978" y="2584484"/>
            <a:ext cx="2389800" cy="91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0.938</a:t>
            </a:r>
            <a:endParaRPr b="0" i="0" sz="3600" u="none" cap="none" strike="noStrike">
              <a:solidFill>
                <a:schemeClr val="dk1"/>
              </a:solidFill>
              <a:latin typeface="Calibri"/>
              <a:ea typeface="Calibri"/>
              <a:cs typeface="Calibri"/>
              <a:sym typeface="Calibri"/>
            </a:endParaRPr>
          </a:p>
        </p:txBody>
      </p:sp>
      <p:sp>
        <p:nvSpPr>
          <p:cNvPr id="296" name="Google Shape;296;p37"/>
          <p:cNvSpPr/>
          <p:nvPr/>
        </p:nvSpPr>
        <p:spPr>
          <a:xfrm>
            <a:off x="1015978" y="3520830"/>
            <a:ext cx="2389800" cy="39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F6F4"/>
              </a:buClr>
              <a:buSzPts val="1200"/>
              <a:buFont typeface="Calibri"/>
              <a:buNone/>
            </a:pPr>
            <a:r>
              <a:rPr b="0" i="0" lang="en-US" sz="1200" u="none" cap="none" strike="noStrike">
                <a:solidFill>
                  <a:srgbClr val="EAF6F4"/>
                </a:solidFill>
                <a:latin typeface="Calibri"/>
                <a:ea typeface="Calibri"/>
                <a:cs typeface="Calibri"/>
                <a:sym typeface="Calibri"/>
              </a:rPr>
              <a:t>R² · mejor</a:t>
            </a:r>
            <a:endParaRPr b="0" i="0" sz="1200" u="none" cap="none" strike="noStrike">
              <a:solidFill>
                <a:schemeClr val="dk1"/>
              </a:solidFill>
              <a:latin typeface="Calibri"/>
              <a:ea typeface="Calibri"/>
              <a:cs typeface="Calibri"/>
              <a:sym typeface="Calibri"/>
            </a:endParaRPr>
          </a:p>
        </p:txBody>
      </p:sp>
      <p:sp>
        <p:nvSpPr>
          <p:cNvPr id="297" name="Google Shape;297;p37"/>
          <p:cNvSpPr/>
          <p:nvPr/>
        </p:nvSpPr>
        <p:spPr>
          <a:xfrm>
            <a:off x="3551914" y="2064292"/>
            <a:ext cx="2389800" cy="1885800"/>
          </a:xfrm>
          <a:prstGeom prst="roundRect">
            <a:avLst>
              <a:gd fmla="val 5517" name="adj"/>
            </a:avLst>
          </a:prstGeom>
          <a:solidFill>
            <a:srgbClr val="EEF3F7"/>
          </a:solidFill>
          <a:ln>
            <a:noFill/>
          </a:ln>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298" name="Google Shape;298;p37"/>
          <p:cNvSpPr/>
          <p:nvPr/>
        </p:nvSpPr>
        <p:spPr>
          <a:xfrm>
            <a:off x="3551914" y="2194340"/>
            <a:ext cx="2389800" cy="45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1" i="0" lang="en-US" sz="1400" u="none" cap="none" strike="noStrike">
                <a:solidFill>
                  <a:srgbClr val="64748B"/>
                </a:solidFill>
                <a:latin typeface="Calibri"/>
                <a:ea typeface="Calibri"/>
                <a:cs typeface="Calibri"/>
                <a:sym typeface="Calibri"/>
              </a:rPr>
              <a:t>MAE</a:t>
            </a:r>
            <a:endParaRPr b="0" i="0" sz="1400" u="none" cap="none" strike="noStrike">
              <a:solidFill>
                <a:schemeClr val="dk1"/>
              </a:solidFill>
              <a:latin typeface="Calibri"/>
              <a:ea typeface="Calibri"/>
              <a:cs typeface="Calibri"/>
              <a:sym typeface="Calibri"/>
            </a:endParaRPr>
          </a:p>
        </p:txBody>
      </p:sp>
      <p:sp>
        <p:nvSpPr>
          <p:cNvPr id="299" name="Google Shape;299;p37"/>
          <p:cNvSpPr/>
          <p:nvPr/>
        </p:nvSpPr>
        <p:spPr>
          <a:xfrm>
            <a:off x="3551914" y="2584484"/>
            <a:ext cx="2389800" cy="91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B45"/>
              </a:buClr>
              <a:buSzPts val="3600"/>
              <a:buFont typeface="Cambria"/>
              <a:buNone/>
            </a:pPr>
            <a:r>
              <a:rPr b="1" i="0" lang="en-US" sz="3600" u="none" cap="none" strike="noStrike">
                <a:solidFill>
                  <a:srgbClr val="0D2B45"/>
                </a:solidFill>
                <a:latin typeface="Cambria"/>
                <a:ea typeface="Cambria"/>
                <a:cs typeface="Cambria"/>
                <a:sym typeface="Cambria"/>
              </a:rPr>
              <a:t>0.917</a:t>
            </a:r>
            <a:endParaRPr b="0" i="0" sz="3600" u="none" cap="none" strike="noStrike">
              <a:solidFill>
                <a:schemeClr val="dk1"/>
              </a:solidFill>
              <a:latin typeface="Calibri"/>
              <a:ea typeface="Calibri"/>
              <a:cs typeface="Calibri"/>
              <a:sym typeface="Calibri"/>
            </a:endParaRPr>
          </a:p>
        </p:txBody>
      </p:sp>
      <p:sp>
        <p:nvSpPr>
          <p:cNvPr id="300" name="Google Shape;300;p37"/>
          <p:cNvSpPr/>
          <p:nvPr/>
        </p:nvSpPr>
        <p:spPr>
          <a:xfrm>
            <a:off x="3551914" y="3520830"/>
            <a:ext cx="2389800" cy="39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R²</a:t>
            </a:r>
            <a:endParaRPr b="0" i="0" sz="1200" u="none" cap="none" strike="noStrike">
              <a:solidFill>
                <a:schemeClr val="dk1"/>
              </a:solidFill>
              <a:latin typeface="Calibri"/>
              <a:ea typeface="Calibri"/>
              <a:cs typeface="Calibri"/>
              <a:sym typeface="Calibri"/>
            </a:endParaRPr>
          </a:p>
        </p:txBody>
      </p:sp>
      <p:sp>
        <p:nvSpPr>
          <p:cNvPr id="301" name="Google Shape;301;p37"/>
          <p:cNvSpPr/>
          <p:nvPr/>
        </p:nvSpPr>
        <p:spPr>
          <a:xfrm>
            <a:off x="6721834" y="958884"/>
            <a:ext cx="5608200" cy="3316200"/>
          </a:xfrm>
          <a:prstGeom prst="roundRect">
            <a:avLst>
              <a:gd fmla="val 3922" name="adj"/>
            </a:avLst>
          </a:prstGeom>
          <a:solidFill>
            <a:srgbClr val="FFFFFF"/>
          </a:solidFill>
          <a:ln cap="flat" cmpd="sng" w="15050">
            <a:solidFill>
              <a:srgbClr val="E2E8F0"/>
            </a:solidFill>
            <a:prstDash val="solid"/>
            <a:round/>
            <a:headEnd len="sm" w="sm" type="none"/>
            <a:tailEnd len="sm" w="sm" type="none"/>
          </a:ln>
          <a:effectLst>
            <a:outerShdw blurRad="90311" rotWithShape="0" algn="bl" dir="5400000" dist="30104">
              <a:srgbClr val="0D2B45">
                <a:alpha val="12160"/>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302" name="Google Shape;302;p37"/>
          <p:cNvSpPr/>
          <p:nvPr/>
        </p:nvSpPr>
        <p:spPr>
          <a:xfrm>
            <a:off x="7063210" y="1218980"/>
            <a:ext cx="4876800" cy="65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B45"/>
              </a:buClr>
              <a:buSzPts val="2000"/>
              <a:buFont typeface="Cambria"/>
              <a:buNone/>
            </a:pPr>
            <a:r>
              <a:rPr b="1" i="0" lang="en-US" sz="2000" u="none" cap="none" strike="noStrike">
                <a:solidFill>
                  <a:srgbClr val="0D2B45"/>
                </a:solidFill>
                <a:latin typeface="Poppins"/>
                <a:ea typeface="Poppins"/>
                <a:cs typeface="Poppins"/>
                <a:sym typeface="Poppins"/>
              </a:rPr>
              <a:t>XGBoost</a:t>
            </a:r>
            <a:endParaRPr b="1" i="0" sz="2000" u="none" cap="none" strike="noStrike">
              <a:solidFill>
                <a:schemeClr val="dk1"/>
              </a:solidFill>
              <a:latin typeface="Poppins"/>
              <a:ea typeface="Poppins"/>
              <a:cs typeface="Poppins"/>
              <a:sym typeface="Poppins"/>
            </a:endParaRPr>
          </a:p>
        </p:txBody>
      </p:sp>
      <p:sp>
        <p:nvSpPr>
          <p:cNvPr id="303" name="Google Shape;303;p37"/>
          <p:cNvSpPr/>
          <p:nvPr/>
        </p:nvSpPr>
        <p:spPr>
          <a:xfrm>
            <a:off x="7063210" y="2064292"/>
            <a:ext cx="2389800" cy="1885800"/>
          </a:xfrm>
          <a:prstGeom prst="roundRect">
            <a:avLst>
              <a:gd fmla="val 5517" name="adj"/>
            </a:avLst>
          </a:prstGeom>
          <a:solidFill>
            <a:srgbClr val="569CD6"/>
          </a:solidFill>
          <a:ln>
            <a:noFill/>
          </a:ln>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304" name="Google Shape;304;p37"/>
          <p:cNvSpPr/>
          <p:nvPr/>
        </p:nvSpPr>
        <p:spPr>
          <a:xfrm>
            <a:off x="7063210" y="2194340"/>
            <a:ext cx="2389800" cy="45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MSE</a:t>
            </a:r>
            <a:endParaRPr b="0" i="0" sz="1400" u="none" cap="none" strike="noStrike">
              <a:solidFill>
                <a:schemeClr val="dk1"/>
              </a:solidFill>
              <a:latin typeface="Calibri"/>
              <a:ea typeface="Calibri"/>
              <a:cs typeface="Calibri"/>
              <a:sym typeface="Calibri"/>
            </a:endParaRPr>
          </a:p>
        </p:txBody>
      </p:sp>
      <p:sp>
        <p:nvSpPr>
          <p:cNvPr id="305" name="Google Shape;305;p37"/>
          <p:cNvSpPr/>
          <p:nvPr/>
        </p:nvSpPr>
        <p:spPr>
          <a:xfrm>
            <a:off x="7063210" y="2584484"/>
            <a:ext cx="2389800" cy="91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0.939</a:t>
            </a:r>
            <a:endParaRPr b="0" i="0" sz="3600" u="none" cap="none" strike="noStrike">
              <a:solidFill>
                <a:schemeClr val="dk1"/>
              </a:solidFill>
              <a:latin typeface="Calibri"/>
              <a:ea typeface="Calibri"/>
              <a:cs typeface="Calibri"/>
              <a:sym typeface="Calibri"/>
            </a:endParaRPr>
          </a:p>
        </p:txBody>
      </p:sp>
      <p:sp>
        <p:nvSpPr>
          <p:cNvPr id="306" name="Google Shape;306;p37"/>
          <p:cNvSpPr/>
          <p:nvPr/>
        </p:nvSpPr>
        <p:spPr>
          <a:xfrm>
            <a:off x="7063210" y="3520830"/>
            <a:ext cx="2389800" cy="39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F6F4"/>
              </a:buClr>
              <a:buSzPts val="1200"/>
              <a:buFont typeface="Calibri"/>
              <a:buNone/>
            </a:pPr>
            <a:r>
              <a:rPr b="0" i="0" lang="en-US" sz="1200" u="none" cap="none" strike="noStrike">
                <a:solidFill>
                  <a:srgbClr val="EAF6F4"/>
                </a:solidFill>
                <a:latin typeface="Calibri"/>
                <a:ea typeface="Calibri"/>
                <a:cs typeface="Calibri"/>
                <a:sym typeface="Calibri"/>
              </a:rPr>
              <a:t>R² · mejor</a:t>
            </a:r>
            <a:endParaRPr b="0" i="0" sz="1200" u="none" cap="none" strike="noStrike">
              <a:solidFill>
                <a:schemeClr val="dk1"/>
              </a:solidFill>
              <a:latin typeface="Calibri"/>
              <a:ea typeface="Calibri"/>
              <a:cs typeface="Calibri"/>
              <a:sym typeface="Calibri"/>
            </a:endParaRPr>
          </a:p>
        </p:txBody>
      </p:sp>
      <p:sp>
        <p:nvSpPr>
          <p:cNvPr id="307" name="Google Shape;307;p37"/>
          <p:cNvSpPr/>
          <p:nvPr/>
        </p:nvSpPr>
        <p:spPr>
          <a:xfrm>
            <a:off x="9599146" y="2064292"/>
            <a:ext cx="2389800" cy="1885800"/>
          </a:xfrm>
          <a:prstGeom prst="roundRect">
            <a:avLst>
              <a:gd fmla="val 5517" name="adj"/>
            </a:avLst>
          </a:prstGeom>
          <a:solidFill>
            <a:srgbClr val="EEF3F7"/>
          </a:solidFill>
          <a:ln>
            <a:noFill/>
          </a:ln>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308" name="Google Shape;308;p37"/>
          <p:cNvSpPr/>
          <p:nvPr/>
        </p:nvSpPr>
        <p:spPr>
          <a:xfrm>
            <a:off x="9599146" y="2194340"/>
            <a:ext cx="2389800" cy="45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1" i="0" lang="en-US" sz="1400" u="none" cap="none" strike="noStrike">
                <a:solidFill>
                  <a:srgbClr val="64748B"/>
                </a:solidFill>
                <a:latin typeface="Calibri"/>
                <a:ea typeface="Calibri"/>
                <a:cs typeface="Calibri"/>
                <a:sym typeface="Calibri"/>
              </a:rPr>
              <a:t>MAE</a:t>
            </a:r>
            <a:endParaRPr b="0" i="0" sz="1400" u="none" cap="none" strike="noStrike">
              <a:solidFill>
                <a:schemeClr val="dk1"/>
              </a:solidFill>
              <a:latin typeface="Calibri"/>
              <a:ea typeface="Calibri"/>
              <a:cs typeface="Calibri"/>
              <a:sym typeface="Calibri"/>
            </a:endParaRPr>
          </a:p>
        </p:txBody>
      </p:sp>
      <p:sp>
        <p:nvSpPr>
          <p:cNvPr id="309" name="Google Shape;309;p37"/>
          <p:cNvSpPr/>
          <p:nvPr/>
        </p:nvSpPr>
        <p:spPr>
          <a:xfrm>
            <a:off x="9599146" y="2584484"/>
            <a:ext cx="2389800" cy="91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B45"/>
              </a:buClr>
              <a:buSzPts val="3600"/>
              <a:buFont typeface="Cambria"/>
              <a:buNone/>
            </a:pPr>
            <a:r>
              <a:rPr b="1" i="0" lang="en-US" sz="3600" u="none" cap="none" strike="noStrike">
                <a:solidFill>
                  <a:srgbClr val="0D2B45"/>
                </a:solidFill>
                <a:latin typeface="Cambria"/>
                <a:ea typeface="Cambria"/>
                <a:cs typeface="Cambria"/>
                <a:sym typeface="Cambria"/>
              </a:rPr>
              <a:t>0.924</a:t>
            </a:r>
            <a:endParaRPr b="0" i="0" sz="3600" u="none" cap="none" strike="noStrike">
              <a:solidFill>
                <a:schemeClr val="dk1"/>
              </a:solidFill>
              <a:latin typeface="Calibri"/>
              <a:ea typeface="Calibri"/>
              <a:cs typeface="Calibri"/>
              <a:sym typeface="Calibri"/>
            </a:endParaRPr>
          </a:p>
        </p:txBody>
      </p:sp>
      <p:sp>
        <p:nvSpPr>
          <p:cNvPr id="310" name="Google Shape;310;p37"/>
          <p:cNvSpPr/>
          <p:nvPr/>
        </p:nvSpPr>
        <p:spPr>
          <a:xfrm>
            <a:off x="9599146" y="3520830"/>
            <a:ext cx="2389800" cy="39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R²</a:t>
            </a:r>
            <a:endParaRPr b="0" i="0" sz="1200" u="none" cap="none" strike="noStrike">
              <a:solidFill>
                <a:schemeClr val="dk1"/>
              </a:solidFill>
              <a:latin typeface="Calibri"/>
              <a:ea typeface="Calibri"/>
              <a:cs typeface="Calibri"/>
              <a:sym typeface="Calibri"/>
            </a:endParaRPr>
          </a:p>
        </p:txBody>
      </p:sp>
      <p:sp>
        <p:nvSpPr>
          <p:cNvPr id="311" name="Google Shape;311;p37"/>
          <p:cNvSpPr/>
          <p:nvPr/>
        </p:nvSpPr>
        <p:spPr>
          <a:xfrm>
            <a:off x="674602" y="4600228"/>
            <a:ext cx="11655600" cy="2406000"/>
          </a:xfrm>
          <a:prstGeom prst="roundRect">
            <a:avLst>
              <a:gd fmla="val 5405" name="adj"/>
            </a:avLst>
          </a:prstGeom>
          <a:solidFill>
            <a:srgbClr val="214C68"/>
          </a:solidFill>
          <a:ln>
            <a:noFill/>
          </a:ln>
          <a:effectLst>
            <a:outerShdw blurRad="120415" rotWithShape="0" algn="bl" dir="5400000" dist="45156">
              <a:srgbClr val="0D2B45">
                <a:alpha val="1607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sp>
        <p:nvSpPr>
          <p:cNvPr id="312" name="Google Shape;312;p37"/>
          <p:cNvSpPr/>
          <p:nvPr/>
        </p:nvSpPr>
        <p:spPr>
          <a:xfrm>
            <a:off x="1015978" y="5120420"/>
            <a:ext cx="1023900" cy="1365300"/>
          </a:xfrm>
          <a:prstGeom prst="ellipse">
            <a:avLst/>
          </a:prstGeom>
          <a:solidFill>
            <a:srgbClr val="F5A623"/>
          </a:solidFill>
          <a:ln>
            <a:noFill/>
          </a:ln>
          <a:effectLst>
            <a:outerShdw blurRad="90311" rotWithShape="0" algn="bl" dir="5400000" dist="30104">
              <a:srgbClr val="0D2B45">
                <a:alpha val="18039"/>
              </a:srgbClr>
            </a:outerShdw>
          </a:effectLst>
        </p:spPr>
        <p:txBody>
          <a:bodyPr anchorCtr="0" anchor="ctr" bIns="108350" lIns="108350" spcFirstLastPara="1" rIns="108350" wrap="square" tIns="108350">
            <a:noAutofit/>
          </a:bodyPr>
          <a:lstStyle/>
          <a:p>
            <a:pPr indent="0" lvl="0" marL="0" rtl="0" algn="l">
              <a:spcBef>
                <a:spcPts val="0"/>
              </a:spcBef>
              <a:spcAft>
                <a:spcPts val="0"/>
              </a:spcAft>
              <a:buNone/>
            </a:pPr>
            <a:r>
              <a:t/>
            </a:r>
            <a:endParaRPr/>
          </a:p>
        </p:txBody>
      </p:sp>
      <p:pic>
        <p:nvPicPr>
          <p:cNvPr descr="preencoded.png" id="313" name="Google Shape;313;p37"/>
          <p:cNvPicPr preferRelativeResize="0"/>
          <p:nvPr/>
        </p:nvPicPr>
        <p:blipFill rotWithShape="1">
          <a:blip r:embed="rId3">
            <a:alphaModFix/>
          </a:blip>
          <a:srcRect b="0" l="0" r="0" t="0"/>
          <a:stretch/>
        </p:blipFill>
        <p:spPr>
          <a:xfrm>
            <a:off x="1149115" y="5297936"/>
            <a:ext cx="757855" cy="757855"/>
          </a:xfrm>
          <a:prstGeom prst="rect">
            <a:avLst/>
          </a:prstGeom>
          <a:noFill/>
          <a:ln>
            <a:noFill/>
          </a:ln>
        </p:spPr>
      </p:pic>
      <p:sp>
        <p:nvSpPr>
          <p:cNvPr id="314" name="Google Shape;314;p37"/>
          <p:cNvSpPr/>
          <p:nvPr/>
        </p:nvSpPr>
        <p:spPr>
          <a:xfrm>
            <a:off x="2283946" y="4860324"/>
            <a:ext cx="9851100" cy="19506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5A623"/>
              </a:buClr>
              <a:buSzPts val="1900"/>
              <a:buFont typeface="Arial"/>
              <a:buNone/>
            </a:pPr>
            <a:r>
              <a:rPr b="1" i="0" lang="en-US" sz="1900" u="none" cap="none" strike="noStrike">
                <a:solidFill>
                  <a:srgbClr val="F5A623"/>
                </a:solidFill>
                <a:latin typeface="Arial"/>
                <a:ea typeface="Arial"/>
                <a:cs typeface="Arial"/>
                <a:sym typeface="Arial"/>
              </a:rPr>
              <a:t>En ambos modelos, MSE gana.  </a:t>
            </a:r>
            <a:r>
              <a:rPr b="1" i="0" lang="en-US" sz="1900" u="none" cap="none" strike="noStrike">
                <a:solidFill>
                  <a:srgbClr val="FFFFFF"/>
                </a:solidFill>
                <a:latin typeface="Arial"/>
                <a:ea typeface="Arial"/>
                <a:cs typeface="Arial"/>
                <a:sym typeface="Arial"/>
              </a:rPr>
              <a:t>¿Por qué?</a:t>
            </a:r>
            <a:br>
              <a:rPr b="1" i="0" lang="en-US" sz="1900" u="none" cap="none" strike="noStrike">
                <a:solidFill>
                  <a:srgbClr val="FFFFFF"/>
                </a:solidFill>
                <a:latin typeface="Arial"/>
                <a:ea typeface="Arial"/>
                <a:cs typeface="Arial"/>
                <a:sym typeface="Arial"/>
              </a:rPr>
            </a:br>
            <a:r>
              <a:rPr b="0" i="0" lang="en-US" sz="1700" u="none" cap="none" strike="noStrike">
                <a:solidFill>
                  <a:srgbClr val="D6E2EC"/>
                </a:solidFill>
                <a:latin typeface="Arial"/>
                <a:ea typeface="Arial"/>
                <a:cs typeface="Arial"/>
                <a:sym typeface="Arial"/>
              </a:rPr>
              <a:t>Al aplicar la raíz cuadrada a la variable objetivo, los picos extremos ya quedaron comprimidos y la distribución se volvió simétrica. Sin outliers que penalizar de más, MSE aprovecha mejor toda la señal de los datos.</a:t>
            </a:r>
            <a:endParaRPr b="0" i="0" sz="1900" u="none" cap="none" strike="noStrike">
              <a:solidFill>
                <a:schemeClr val="dk1"/>
              </a:solidFill>
              <a:latin typeface="Calibri"/>
              <a:ea typeface="Calibri"/>
              <a:cs typeface="Calibri"/>
              <a:sym typeface="Calibri"/>
            </a:endParaRPr>
          </a:p>
        </p:txBody>
      </p:sp>
      <p:sp>
        <p:nvSpPr>
          <p:cNvPr id="315" name="Google Shape;315;p37"/>
          <p:cNvSpPr/>
          <p:nvPr/>
        </p:nvSpPr>
        <p:spPr>
          <a:xfrm>
            <a:off x="12077883" y="9038336"/>
            <a:ext cx="585300" cy="455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18</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8"/>
          <p:cNvSpPr txBox="1"/>
          <p:nvPr/>
        </p:nvSpPr>
        <p:spPr>
          <a:xfrm>
            <a:off x="462350" y="809100"/>
            <a:ext cx="3591900" cy="8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800">
                <a:solidFill>
                  <a:srgbClr val="214C68"/>
                </a:solidFill>
                <a:latin typeface="Poppins"/>
                <a:ea typeface="Poppins"/>
                <a:cs typeface="Poppins"/>
                <a:sym typeface="Poppins"/>
              </a:rPr>
              <a:t>Conclusión</a:t>
            </a:r>
            <a:endParaRPr b="1" sz="3800">
              <a:solidFill>
                <a:srgbClr val="214C68"/>
              </a:solidFill>
              <a:latin typeface="Poppins"/>
              <a:ea typeface="Poppins"/>
              <a:cs typeface="Poppins"/>
              <a:sym typeface="Poppins"/>
            </a:endParaRPr>
          </a:p>
        </p:txBody>
      </p:sp>
      <p:sp>
        <p:nvSpPr>
          <p:cNvPr id="321" name="Google Shape;321;p38"/>
          <p:cNvSpPr txBox="1"/>
          <p:nvPr/>
        </p:nvSpPr>
        <p:spPr>
          <a:xfrm>
            <a:off x="577925" y="1635975"/>
            <a:ext cx="8002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Poppins"/>
                <a:ea typeface="Poppins"/>
                <a:cs typeface="Poppins"/>
                <a:sym typeface="Poppins"/>
              </a:rPr>
              <a:t>Existe una diferencia muy marcada entre las dos familias de modelos evaluados:</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b="1" lang="en-US">
                <a:latin typeface="Poppins"/>
                <a:ea typeface="Poppins"/>
                <a:cs typeface="Poppins"/>
                <a:sym typeface="Poppins"/>
              </a:rPr>
              <a:t>• Modelos Lineales Regularizados</a:t>
            </a:r>
            <a:r>
              <a:rPr lang="en-US">
                <a:latin typeface="Poppins"/>
                <a:ea typeface="Poppins"/>
                <a:cs typeface="Poppins"/>
                <a:sym typeface="Poppins"/>
              </a:rPr>
              <a:t> (Lasso, Ridge, Elastic Net) + Poisson</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US">
                <a:latin typeface="Poppins"/>
                <a:ea typeface="Poppins"/>
                <a:cs typeface="Poppins"/>
                <a:sym typeface="Poppins"/>
              </a:rPr>
              <a:t>• </a:t>
            </a:r>
            <a:r>
              <a:rPr b="1" lang="en-US">
                <a:latin typeface="Poppins"/>
                <a:ea typeface="Poppins"/>
                <a:cs typeface="Poppins"/>
                <a:sym typeface="Poppins"/>
              </a:rPr>
              <a:t>Modelos de Ensamble basados en árboles </a:t>
            </a:r>
            <a:r>
              <a:rPr lang="en-US">
                <a:latin typeface="Poppins"/>
                <a:ea typeface="Poppins"/>
                <a:cs typeface="Poppins"/>
                <a:sym typeface="Poppins"/>
              </a:rPr>
              <a:t>(XGBoost,GradientBoost,etc)</a:t>
            </a:r>
            <a:r>
              <a:rPr b="1" lang="en-US">
                <a:latin typeface="Poppins"/>
                <a:ea typeface="Poppins"/>
                <a:cs typeface="Poppins"/>
                <a:sym typeface="Poppins"/>
              </a:rPr>
              <a:t> + MLP</a:t>
            </a:r>
            <a:endParaRPr b="1">
              <a:latin typeface="Poppins"/>
              <a:ea typeface="Poppins"/>
              <a:cs typeface="Poppins"/>
              <a:sym typeface="Poppins"/>
            </a:endParaRPr>
          </a:p>
        </p:txBody>
      </p:sp>
      <p:sp>
        <p:nvSpPr>
          <p:cNvPr id="322" name="Google Shape;322;p38"/>
          <p:cNvSpPr txBox="1"/>
          <p:nvPr/>
        </p:nvSpPr>
        <p:spPr>
          <a:xfrm>
            <a:off x="462350" y="7308175"/>
            <a:ext cx="6766200" cy="1262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Poppins"/>
              <a:buChar char="●"/>
            </a:pPr>
            <a:r>
              <a:rPr b="1" lang="en-US">
                <a:latin typeface="Poppins"/>
                <a:ea typeface="Poppins"/>
                <a:cs typeface="Poppins"/>
                <a:sym typeface="Poppins"/>
              </a:rPr>
              <a:t>Poisson</a:t>
            </a:r>
            <a:r>
              <a:rPr lang="en-US">
                <a:latin typeface="Poppins"/>
                <a:ea typeface="Poppins"/>
                <a:cs typeface="Poppins"/>
                <a:sym typeface="Poppins"/>
              </a:rPr>
              <a:t> ofreció una mejora significativa con respecto de </a:t>
            </a:r>
            <a:r>
              <a:rPr b="1" lang="en-US">
                <a:latin typeface="Poppins"/>
                <a:ea typeface="Poppins"/>
                <a:cs typeface="Poppins"/>
                <a:sym typeface="Poppins"/>
              </a:rPr>
              <a:t>Lasso, Ridge y Elastic Net</a:t>
            </a:r>
            <a:r>
              <a:rPr lang="en-US">
                <a:latin typeface="Poppins"/>
                <a:ea typeface="Poppins"/>
                <a:cs typeface="Poppins"/>
                <a:sym typeface="Poppins"/>
              </a:rPr>
              <a:t> pero aún así está muy lejos del segundo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317500" lvl="0" marL="457200" rtl="0" algn="l">
              <a:spcBef>
                <a:spcPts val="0"/>
              </a:spcBef>
              <a:spcAft>
                <a:spcPts val="0"/>
              </a:spcAft>
              <a:buSzPts val="1400"/>
              <a:buFont typeface="Poppins"/>
              <a:buChar char="●"/>
            </a:pPr>
            <a:r>
              <a:rPr lang="en-US">
                <a:latin typeface="Poppins"/>
                <a:ea typeface="Poppins"/>
                <a:cs typeface="Poppins"/>
                <a:sym typeface="Poppins"/>
              </a:rPr>
              <a:t>La demanda de bicicletas tiene que ser </a:t>
            </a:r>
            <a:r>
              <a:rPr b="1" lang="en-US">
                <a:latin typeface="Poppins"/>
                <a:ea typeface="Poppins"/>
                <a:cs typeface="Poppins"/>
                <a:sym typeface="Poppins"/>
              </a:rPr>
              <a:t>no-lineal </a:t>
            </a:r>
            <a:r>
              <a:rPr lang="en-US">
                <a:latin typeface="Poppins"/>
                <a:ea typeface="Poppins"/>
                <a:cs typeface="Poppins"/>
                <a:sym typeface="Poppins"/>
              </a:rPr>
              <a:t>debido a la relación entre distintas variables como lo puede ser </a:t>
            </a:r>
            <a:r>
              <a:rPr b="1" lang="en-US">
                <a:latin typeface="Poppins"/>
                <a:ea typeface="Poppins"/>
                <a:cs typeface="Poppins"/>
                <a:sym typeface="Poppins"/>
              </a:rPr>
              <a:t>la humedad, la visibilidad,</a:t>
            </a:r>
            <a:r>
              <a:rPr lang="en-US">
                <a:latin typeface="Poppins"/>
                <a:ea typeface="Poppins"/>
                <a:cs typeface="Poppins"/>
                <a:sym typeface="Poppins"/>
              </a:rPr>
              <a:t> etc</a:t>
            </a:r>
            <a:endParaRPr>
              <a:latin typeface="Poppins"/>
              <a:ea typeface="Poppins"/>
              <a:cs typeface="Poppins"/>
              <a:sym typeface="Poppins"/>
            </a:endParaRPr>
          </a:p>
        </p:txBody>
      </p:sp>
      <p:graphicFrame>
        <p:nvGraphicFramePr>
          <p:cNvPr id="323" name="Google Shape;323;p38"/>
          <p:cNvGraphicFramePr/>
          <p:nvPr/>
        </p:nvGraphicFramePr>
        <p:xfrm>
          <a:off x="856750" y="3138050"/>
          <a:ext cx="3000000" cy="3000000"/>
        </p:xfrm>
        <a:graphic>
          <a:graphicData uri="http://schemas.openxmlformats.org/drawingml/2006/table">
            <a:tbl>
              <a:tblPr>
                <a:noFill/>
                <a:tableStyleId>{F4DBC303-7B5E-4847-8DD5-76C6B37BCCA6}</a:tableStyleId>
              </a:tblPr>
              <a:tblGrid>
                <a:gridCol w="1496075"/>
                <a:gridCol w="1106275"/>
                <a:gridCol w="2275600"/>
              </a:tblGrid>
              <a:tr h="366750">
                <a:tc>
                  <a:txBody>
                    <a:bodyPr/>
                    <a:lstStyle/>
                    <a:p>
                      <a:pPr indent="0" lvl="0" marL="0" rtl="0" algn="l">
                        <a:lnSpc>
                          <a:spcPct val="115000"/>
                        </a:lnSpc>
                        <a:spcBef>
                          <a:spcPts val="0"/>
                        </a:spcBef>
                        <a:spcAft>
                          <a:spcPts val="0"/>
                        </a:spcAft>
                        <a:buNone/>
                      </a:pPr>
                      <a:r>
                        <a:rPr b="1" lang="en-US" sz="1000">
                          <a:solidFill>
                            <a:schemeClr val="lt1"/>
                          </a:solidFill>
                          <a:latin typeface="Poppins"/>
                          <a:ea typeface="Poppins"/>
                          <a:cs typeface="Poppins"/>
                          <a:sym typeface="Poppins"/>
                        </a:rPr>
                        <a:t>Model</a:t>
                      </a:r>
                      <a:endParaRPr b="1" sz="800">
                        <a:solidFill>
                          <a:schemeClr val="lt1"/>
                        </a:solidFill>
                        <a:latin typeface="Poppins"/>
                        <a:ea typeface="Poppins"/>
                        <a:cs typeface="Poppins"/>
                        <a:sym typeface="Poppins"/>
                      </a:endParaRPr>
                    </a:p>
                  </a:txBody>
                  <a:tcPr marT="91425" marB="91425" marR="91425" marL="91425">
                    <a:solidFill>
                      <a:srgbClr val="214C68"/>
                    </a:solidFill>
                  </a:tcPr>
                </a:tc>
                <a:tc>
                  <a:txBody>
                    <a:bodyPr/>
                    <a:lstStyle/>
                    <a:p>
                      <a:pPr indent="0" lvl="0" marL="0" rtl="0" algn="l">
                        <a:lnSpc>
                          <a:spcPct val="115000"/>
                        </a:lnSpc>
                        <a:spcBef>
                          <a:spcPts val="0"/>
                        </a:spcBef>
                        <a:spcAft>
                          <a:spcPts val="0"/>
                        </a:spcAft>
                        <a:buNone/>
                      </a:pPr>
                      <a:r>
                        <a:rPr b="1" lang="en-US" sz="1000">
                          <a:solidFill>
                            <a:schemeClr val="lt1"/>
                          </a:solidFill>
                          <a:latin typeface="Poppins"/>
                          <a:ea typeface="Poppins"/>
                          <a:cs typeface="Poppins"/>
                          <a:sym typeface="Poppins"/>
                        </a:rPr>
                        <a:t>Adjusted_R2</a:t>
                      </a:r>
                      <a:endParaRPr b="1" sz="1000">
                        <a:solidFill>
                          <a:schemeClr val="lt1"/>
                        </a:solidFill>
                        <a:latin typeface="Poppins"/>
                        <a:ea typeface="Poppins"/>
                        <a:cs typeface="Poppins"/>
                        <a:sym typeface="Poppins"/>
                      </a:endParaRPr>
                    </a:p>
                  </a:txBody>
                  <a:tcPr marT="91425" marB="91425" marR="91425" marL="91425">
                    <a:solidFill>
                      <a:srgbClr val="214C68"/>
                    </a:solidFill>
                  </a:tcPr>
                </a:tc>
                <a:tc>
                  <a:txBody>
                    <a:bodyPr/>
                    <a:lstStyle/>
                    <a:p>
                      <a:pPr indent="0" lvl="0" marL="0" rtl="0" algn="l">
                        <a:lnSpc>
                          <a:spcPct val="115000"/>
                        </a:lnSpc>
                        <a:spcBef>
                          <a:spcPts val="0"/>
                        </a:spcBef>
                        <a:spcAft>
                          <a:spcPts val="0"/>
                        </a:spcAft>
                        <a:buNone/>
                      </a:pPr>
                      <a:r>
                        <a:rPr b="1" lang="en-US" sz="1000">
                          <a:solidFill>
                            <a:schemeClr val="lt1"/>
                          </a:solidFill>
                          <a:latin typeface="Poppins"/>
                          <a:ea typeface="Poppins"/>
                          <a:cs typeface="Poppins"/>
                          <a:sym typeface="Poppins"/>
                        </a:rPr>
                        <a:t>Adjusted_R2(GridSearchCV)</a:t>
                      </a:r>
                      <a:endParaRPr b="1" sz="1000">
                        <a:solidFill>
                          <a:schemeClr val="lt1"/>
                        </a:solidFill>
                        <a:latin typeface="Poppins"/>
                        <a:ea typeface="Poppins"/>
                        <a:cs typeface="Poppins"/>
                        <a:sym typeface="Poppins"/>
                      </a:endParaRPr>
                    </a:p>
                  </a:txBody>
                  <a:tcPr marT="91425" marB="91425" marR="91425" marL="91425">
                    <a:solidFill>
                      <a:srgbClr val="214C68"/>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Random Forest</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0.9207</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0.9217</a:t>
                      </a:r>
                      <a:endParaRPr sz="1000">
                        <a:latin typeface="Poppins"/>
                        <a:ea typeface="Poppins"/>
                        <a:cs typeface="Poppins"/>
                        <a:sym typeface="Poppins"/>
                      </a:endParaRPr>
                    </a:p>
                  </a:txBody>
                  <a:tcPr marT="91425" marB="91425" marR="91425" marL="91425">
                    <a:solidFill>
                      <a:schemeClr val="accent5"/>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Gradient Boost</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0.9113</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0.9373</a:t>
                      </a:r>
                      <a:endParaRPr sz="1000">
                        <a:latin typeface="Poppins"/>
                        <a:ea typeface="Poppins"/>
                        <a:cs typeface="Poppins"/>
                        <a:sym typeface="Poppins"/>
                      </a:endParaRPr>
                    </a:p>
                  </a:txBody>
                  <a:tcPr marT="91425" marB="91425" marR="91425" marL="91425">
                    <a:solidFill>
                      <a:schemeClr val="accent5"/>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MLP</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0.8961</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0.9279</a:t>
                      </a:r>
                      <a:endParaRPr sz="1000">
                        <a:latin typeface="Poppins"/>
                        <a:ea typeface="Poppins"/>
                        <a:cs typeface="Poppins"/>
                        <a:sym typeface="Poppins"/>
                      </a:endParaRPr>
                    </a:p>
                  </a:txBody>
                  <a:tcPr marT="91425" marB="91425" marR="91425" marL="91425">
                    <a:solidFill>
                      <a:schemeClr val="accent5"/>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XGBoost</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0.8745</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0.938</a:t>
                      </a:r>
                      <a:endParaRPr sz="1000">
                        <a:latin typeface="Poppins"/>
                        <a:ea typeface="Poppins"/>
                        <a:cs typeface="Poppins"/>
                        <a:sym typeface="Poppins"/>
                      </a:endParaRPr>
                    </a:p>
                  </a:txBody>
                  <a:tcPr marT="91425" marB="91425" marR="91425" marL="91425">
                    <a:solidFill>
                      <a:schemeClr val="accent5"/>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Decision Tree</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0.8502</a:t>
                      </a:r>
                      <a:endParaRPr sz="1000">
                        <a:latin typeface="Poppins"/>
                        <a:ea typeface="Poppins"/>
                        <a:cs typeface="Poppins"/>
                        <a:sym typeface="Poppins"/>
                      </a:endParaRPr>
                    </a:p>
                  </a:txBody>
                  <a:tcPr marT="91425" marB="91425" marR="91425" marL="91425">
                    <a:solidFill>
                      <a:schemeClr val="accent5"/>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0.8702</a:t>
                      </a:r>
                      <a:endParaRPr sz="1000">
                        <a:latin typeface="Poppins"/>
                        <a:ea typeface="Poppins"/>
                        <a:cs typeface="Poppins"/>
                        <a:sym typeface="Poppins"/>
                      </a:endParaRPr>
                    </a:p>
                  </a:txBody>
                  <a:tcPr marT="91425" marB="91425" marR="91425" marL="91425">
                    <a:solidFill>
                      <a:schemeClr val="accent5"/>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GLM Poisson</a:t>
                      </a:r>
                      <a:endParaRPr sz="1000">
                        <a:latin typeface="Poppins"/>
                        <a:ea typeface="Poppins"/>
                        <a:cs typeface="Poppins"/>
                        <a:sym typeface="Poppins"/>
                      </a:endParaRPr>
                    </a:p>
                  </a:txBody>
                  <a:tcPr marT="91425" marB="91425" marR="91425" marL="91425">
                    <a:solidFill>
                      <a:schemeClr val="accent4"/>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0.6576</a:t>
                      </a:r>
                      <a:endParaRPr sz="1000">
                        <a:latin typeface="Poppins"/>
                        <a:ea typeface="Poppins"/>
                        <a:cs typeface="Poppins"/>
                        <a:sym typeface="Poppins"/>
                      </a:endParaRPr>
                    </a:p>
                  </a:txBody>
                  <a:tcPr marT="91425" marB="91425" marR="91425" marL="91425">
                    <a:solidFill>
                      <a:schemeClr val="accent4"/>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0.6576</a:t>
                      </a:r>
                      <a:endParaRPr sz="1000">
                        <a:latin typeface="Poppins"/>
                        <a:ea typeface="Poppins"/>
                        <a:cs typeface="Poppins"/>
                        <a:sym typeface="Poppins"/>
                      </a:endParaRPr>
                    </a:p>
                  </a:txBody>
                  <a:tcPr marT="91425" marB="91425" marR="91425" marL="91425">
                    <a:solidFill>
                      <a:schemeClr val="accent4"/>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Linear Regression</a:t>
                      </a:r>
                      <a:endParaRPr sz="1000">
                        <a:latin typeface="Poppins"/>
                        <a:ea typeface="Poppins"/>
                        <a:cs typeface="Poppins"/>
                        <a:sym typeface="Poppins"/>
                      </a:endParaRPr>
                    </a:p>
                  </a:txBody>
                  <a:tcPr marT="91425" marB="91425" marR="91425" marL="91425">
                    <a:solidFill>
                      <a:schemeClr val="accent1"/>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0.6288</a:t>
                      </a:r>
                      <a:endParaRPr sz="1000">
                        <a:latin typeface="Poppins"/>
                        <a:ea typeface="Poppins"/>
                        <a:cs typeface="Poppins"/>
                        <a:sym typeface="Poppins"/>
                      </a:endParaRPr>
                    </a:p>
                  </a:txBody>
                  <a:tcPr marT="91425" marB="91425" marR="91425" marL="91425">
                    <a:solidFill>
                      <a:schemeClr val="accent1"/>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0.6288</a:t>
                      </a:r>
                      <a:endParaRPr sz="1000">
                        <a:latin typeface="Poppins"/>
                        <a:ea typeface="Poppins"/>
                        <a:cs typeface="Poppins"/>
                        <a:sym typeface="Poppins"/>
                      </a:endParaRPr>
                    </a:p>
                  </a:txBody>
                  <a:tcPr marT="91425" marB="91425" marR="91425" marL="91425">
                    <a:solidFill>
                      <a:schemeClr val="accent1"/>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Lasso</a:t>
                      </a:r>
                      <a:endParaRPr sz="1000">
                        <a:latin typeface="Poppins"/>
                        <a:ea typeface="Poppins"/>
                        <a:cs typeface="Poppins"/>
                        <a:sym typeface="Poppins"/>
                      </a:endParaRPr>
                    </a:p>
                  </a:txBody>
                  <a:tcPr marT="91425" marB="91425" marR="91425" marL="91425">
                    <a:solidFill>
                      <a:schemeClr val="accent1"/>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0.6286</a:t>
                      </a:r>
                      <a:endParaRPr sz="1000">
                        <a:latin typeface="Poppins"/>
                        <a:ea typeface="Poppins"/>
                        <a:cs typeface="Poppins"/>
                        <a:sym typeface="Poppins"/>
                      </a:endParaRPr>
                    </a:p>
                  </a:txBody>
                  <a:tcPr marT="91425" marB="91425" marR="91425" marL="91425">
                    <a:solidFill>
                      <a:schemeClr val="accent1"/>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0.6287</a:t>
                      </a:r>
                      <a:endParaRPr sz="1000">
                        <a:latin typeface="Poppins"/>
                        <a:ea typeface="Poppins"/>
                        <a:cs typeface="Poppins"/>
                        <a:sym typeface="Poppins"/>
                      </a:endParaRPr>
                    </a:p>
                  </a:txBody>
                  <a:tcPr marT="91425" marB="91425" marR="91425" marL="91425">
                    <a:solidFill>
                      <a:schemeClr val="accent1"/>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Ridge</a:t>
                      </a:r>
                      <a:endParaRPr sz="1000">
                        <a:latin typeface="Poppins"/>
                        <a:ea typeface="Poppins"/>
                        <a:cs typeface="Poppins"/>
                        <a:sym typeface="Poppins"/>
                      </a:endParaRPr>
                    </a:p>
                  </a:txBody>
                  <a:tcPr marT="91425" marB="91425" marR="91425" marL="91425">
                    <a:solidFill>
                      <a:schemeClr val="accent1"/>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0.6288</a:t>
                      </a:r>
                      <a:endParaRPr sz="1000">
                        <a:latin typeface="Poppins"/>
                        <a:ea typeface="Poppins"/>
                        <a:cs typeface="Poppins"/>
                        <a:sym typeface="Poppins"/>
                      </a:endParaRPr>
                    </a:p>
                  </a:txBody>
                  <a:tcPr marT="91425" marB="91425" marR="91425" marL="91425">
                    <a:solidFill>
                      <a:schemeClr val="accent1"/>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0.6287</a:t>
                      </a:r>
                      <a:endParaRPr sz="1000">
                        <a:latin typeface="Poppins"/>
                        <a:ea typeface="Poppins"/>
                        <a:cs typeface="Poppins"/>
                        <a:sym typeface="Poppins"/>
                      </a:endParaRPr>
                    </a:p>
                  </a:txBody>
                  <a:tcPr marT="91425" marB="91425" marR="91425" marL="91425">
                    <a:solidFill>
                      <a:schemeClr val="accent1"/>
                    </a:solidFill>
                  </a:tcPr>
                </a:tc>
              </a:tr>
              <a:tr h="366750">
                <a:tc>
                  <a:txBody>
                    <a:bodyPr/>
                    <a:lstStyle/>
                    <a:p>
                      <a:pPr indent="0" lvl="0" marL="0" rtl="0" algn="l">
                        <a:lnSpc>
                          <a:spcPct val="115000"/>
                        </a:lnSpc>
                        <a:spcBef>
                          <a:spcPts val="0"/>
                        </a:spcBef>
                        <a:spcAft>
                          <a:spcPts val="0"/>
                        </a:spcAft>
                        <a:buNone/>
                      </a:pPr>
                      <a:r>
                        <a:rPr lang="en-US" sz="1000">
                          <a:latin typeface="Poppins"/>
                          <a:ea typeface="Poppins"/>
                          <a:cs typeface="Poppins"/>
                          <a:sym typeface="Poppins"/>
                        </a:rPr>
                        <a:t>Elastic Net</a:t>
                      </a:r>
                      <a:endParaRPr sz="1000">
                        <a:latin typeface="Poppins"/>
                        <a:ea typeface="Poppins"/>
                        <a:cs typeface="Poppins"/>
                        <a:sym typeface="Poppins"/>
                      </a:endParaRPr>
                    </a:p>
                  </a:txBody>
                  <a:tcPr marT="91425" marB="91425" marR="91425" marL="91425">
                    <a:solidFill>
                      <a:schemeClr val="accent1"/>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0.6288</a:t>
                      </a:r>
                      <a:endParaRPr sz="1000">
                        <a:latin typeface="Poppins"/>
                        <a:ea typeface="Poppins"/>
                        <a:cs typeface="Poppins"/>
                        <a:sym typeface="Poppins"/>
                      </a:endParaRPr>
                    </a:p>
                  </a:txBody>
                  <a:tcPr marT="91425" marB="91425" marR="91425" marL="91425">
                    <a:solidFill>
                      <a:schemeClr val="accent1"/>
                    </a:solidFill>
                  </a:tcPr>
                </a:tc>
                <a:tc>
                  <a:txBody>
                    <a:bodyPr/>
                    <a:lstStyle/>
                    <a:p>
                      <a:pPr indent="0" lvl="0" marL="0" rtl="0" algn="r">
                        <a:lnSpc>
                          <a:spcPct val="115000"/>
                        </a:lnSpc>
                        <a:spcBef>
                          <a:spcPts val="0"/>
                        </a:spcBef>
                        <a:spcAft>
                          <a:spcPts val="0"/>
                        </a:spcAft>
                        <a:buNone/>
                      </a:pPr>
                      <a:r>
                        <a:rPr lang="en-US" sz="1000">
                          <a:latin typeface="Poppins"/>
                          <a:ea typeface="Poppins"/>
                          <a:cs typeface="Poppins"/>
                          <a:sym typeface="Poppins"/>
                        </a:rPr>
                        <a:t>0.6287</a:t>
                      </a:r>
                      <a:endParaRPr sz="1000">
                        <a:latin typeface="Poppins"/>
                        <a:ea typeface="Poppins"/>
                        <a:cs typeface="Poppins"/>
                        <a:sym typeface="Poppins"/>
                      </a:endParaRPr>
                    </a:p>
                  </a:txBody>
                  <a:tcPr marT="91425" marB="91425" marR="91425" marL="91425">
                    <a:solidFill>
                      <a:schemeClr val="accent1"/>
                    </a:solidFill>
                  </a:tcPr>
                </a:tc>
              </a:tr>
            </a:tbl>
          </a:graphicData>
        </a:graphic>
      </p:graphicFrame>
      <p:sp>
        <p:nvSpPr>
          <p:cNvPr id="324" name="Google Shape;324;p38"/>
          <p:cNvSpPr txBox="1"/>
          <p:nvPr/>
        </p:nvSpPr>
        <p:spPr>
          <a:xfrm>
            <a:off x="242575" y="3226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a:t>
            </a:r>
            <a:endParaRPr/>
          </a:p>
        </p:txBody>
      </p:sp>
      <p:sp>
        <p:nvSpPr>
          <p:cNvPr id="325" name="Google Shape;325;p38"/>
          <p:cNvSpPr txBox="1"/>
          <p:nvPr/>
        </p:nvSpPr>
        <p:spPr>
          <a:xfrm>
            <a:off x="6615000" y="4161050"/>
            <a:ext cx="4516800" cy="7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Poppins"/>
                <a:ea typeface="Poppins"/>
                <a:cs typeface="Poppins"/>
                <a:sym typeface="Poppins"/>
              </a:rPr>
              <a:t>Modelos de ensamble + redes</a:t>
            </a:r>
            <a:endParaRPr b="1">
              <a:latin typeface="Poppins"/>
              <a:ea typeface="Poppins"/>
              <a:cs typeface="Poppins"/>
              <a:sym typeface="Poppins"/>
            </a:endParaRPr>
          </a:p>
        </p:txBody>
      </p:sp>
      <p:sp>
        <p:nvSpPr>
          <p:cNvPr id="326" name="Google Shape;326;p38"/>
          <p:cNvSpPr txBox="1"/>
          <p:nvPr/>
        </p:nvSpPr>
        <p:spPr>
          <a:xfrm>
            <a:off x="6615000" y="5712113"/>
            <a:ext cx="2729700" cy="8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Poppins"/>
                <a:ea typeface="Poppins"/>
                <a:cs typeface="Poppins"/>
                <a:sym typeface="Poppins"/>
              </a:rPr>
              <a:t>Modelos de regresión lineal</a:t>
            </a:r>
            <a:endParaRPr b="1">
              <a:latin typeface="Poppins"/>
              <a:ea typeface="Poppins"/>
              <a:cs typeface="Poppins"/>
              <a:sym typeface="Poppins"/>
            </a:endParaRPr>
          </a:p>
        </p:txBody>
      </p:sp>
      <p:sp>
        <p:nvSpPr>
          <p:cNvPr id="327" name="Google Shape;327;p38"/>
          <p:cNvSpPr txBox="1"/>
          <p:nvPr/>
        </p:nvSpPr>
        <p:spPr>
          <a:xfrm>
            <a:off x="5875525" y="5163275"/>
            <a:ext cx="1182600" cy="16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0"/>
              <a:t>{</a:t>
            </a:r>
            <a:endParaRPr sz="10000"/>
          </a:p>
        </p:txBody>
      </p:sp>
      <p:sp>
        <p:nvSpPr>
          <p:cNvPr id="328" name="Google Shape;328;p38"/>
          <p:cNvSpPr txBox="1"/>
          <p:nvPr/>
        </p:nvSpPr>
        <p:spPr>
          <a:xfrm>
            <a:off x="5913250" y="3506275"/>
            <a:ext cx="523200" cy="10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0"/>
              <a:t>{</a:t>
            </a:r>
            <a:endParaRPr sz="10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39"/>
          <p:cNvPicPr preferRelativeResize="0"/>
          <p:nvPr/>
        </p:nvPicPr>
        <p:blipFill>
          <a:blip r:embed="rId3">
            <a:alphaModFix/>
          </a:blip>
          <a:stretch>
            <a:fillRect/>
          </a:stretch>
        </p:blipFill>
        <p:spPr>
          <a:xfrm>
            <a:off x="4766900" y="4429025"/>
            <a:ext cx="3164000" cy="3164000"/>
          </a:xfrm>
          <a:prstGeom prst="rect">
            <a:avLst/>
          </a:prstGeom>
          <a:noFill/>
          <a:ln>
            <a:noFill/>
          </a:ln>
        </p:spPr>
      </p:pic>
      <p:sp>
        <p:nvSpPr>
          <p:cNvPr id="334" name="Google Shape;334;p39"/>
          <p:cNvSpPr txBox="1"/>
          <p:nvPr/>
        </p:nvSpPr>
        <p:spPr>
          <a:xfrm>
            <a:off x="2098325" y="3725375"/>
            <a:ext cx="8980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Poppins Black"/>
                <a:ea typeface="Poppins Black"/>
                <a:cs typeface="Poppins Black"/>
                <a:sym typeface="Poppins Black"/>
              </a:rPr>
              <a:t>https://melodiouszero.github.io/proyecto_modulo_5/</a:t>
            </a:r>
            <a:endParaRPr sz="2400">
              <a:latin typeface="Poppins Black"/>
              <a:ea typeface="Poppins Black"/>
              <a:cs typeface="Poppins Black"/>
              <a:sym typeface="Poppins Black"/>
            </a:endParaRPr>
          </a:p>
        </p:txBody>
      </p:sp>
      <p:sp>
        <p:nvSpPr>
          <p:cNvPr id="335" name="Google Shape;335;p39"/>
          <p:cNvSpPr txBox="1"/>
          <p:nvPr/>
        </p:nvSpPr>
        <p:spPr>
          <a:xfrm>
            <a:off x="720175" y="453450"/>
            <a:ext cx="84198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900">
                <a:solidFill>
                  <a:srgbClr val="214C68"/>
                </a:solidFill>
                <a:latin typeface="Poppins"/>
                <a:ea typeface="Poppins"/>
                <a:cs typeface="Poppins"/>
                <a:sym typeface="Poppins"/>
              </a:rPr>
              <a:t>¡Chequenlo ustedes! </a:t>
            </a:r>
            <a:endParaRPr b="1" sz="3900">
              <a:solidFill>
                <a:srgbClr val="214C68"/>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0"/>
          <p:cNvSpPr txBox="1"/>
          <p:nvPr/>
        </p:nvSpPr>
        <p:spPr>
          <a:xfrm>
            <a:off x="2516175" y="3538700"/>
            <a:ext cx="8731200" cy="112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100">
                <a:solidFill>
                  <a:srgbClr val="188038"/>
                </a:solidFill>
                <a:latin typeface="Consolas"/>
                <a:ea typeface="Consolas"/>
                <a:cs typeface="Consolas"/>
                <a:sym typeface="Consolas"/>
              </a:rPr>
              <a:t>&lt;live code session&gt;</a:t>
            </a:r>
            <a:endParaRPr sz="6100">
              <a:solidFill>
                <a:srgbClr val="188038"/>
              </a:solidFill>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