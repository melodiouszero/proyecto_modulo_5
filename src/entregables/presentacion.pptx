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</p:sldIdLst>
  <p:sldSz cy="9753600" cx="13004800"/>
  <p:notesSz cx="6858000" cy="9144000"/>
  <p:embeddedFontLst>
    <p:embeddedFont>
      <p:font typeface="Poppins"/>
      <p:regular r:id="rId8"/>
      <p:bold r:id="rId9"/>
      <p:italic r:id="rId10"/>
      <p:boldItalic r:id="rId11"/>
    </p:embeddedFont>
    <p:embeddedFont>
      <p:font typeface="Helvetica Neue"/>
      <p:regular r:id="rId12"/>
      <p:bold r:id="rId13"/>
      <p:italic r:id="rId14"/>
      <p:boldItalic r:id="rId15"/>
    </p:embeddedFont>
    <p:embeddedFont>
      <p:font typeface="Helvetica Neue Light"/>
      <p:regular r:id="rId16"/>
      <p:bold r:id="rId17"/>
      <p:italic r:id="rId18"/>
      <p:boldItalic r:id="rId19"/>
    </p:embeddedFont>
    <p:embeddedFont>
      <p:font typeface="Poppins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hTXudT20w5Vxf4dyRNtNX0Jusn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ExtraBold-bold.fntdata"/><Relationship Id="rId11" Type="http://schemas.openxmlformats.org/officeDocument/2006/relationships/font" Target="fonts/Poppins-boldItalic.fntdata"/><Relationship Id="rId22" Type="http://customschemas.google.com/relationships/presentationmetadata" Target="metadata"/><Relationship Id="rId10" Type="http://schemas.openxmlformats.org/officeDocument/2006/relationships/font" Target="fonts/Poppins-italic.fntdata"/><Relationship Id="rId21" Type="http://schemas.openxmlformats.org/officeDocument/2006/relationships/font" Target="fonts/PoppinsExtraBold-boldItalic.fntdata"/><Relationship Id="rId13" Type="http://schemas.openxmlformats.org/officeDocument/2006/relationships/font" Target="fonts/HelveticaNeue-bold.fntdata"/><Relationship Id="rId12" Type="http://schemas.openxmlformats.org/officeDocument/2006/relationships/font" Target="fonts/HelveticaNeue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Poppins-bold.fntdata"/><Relationship Id="rId15" Type="http://schemas.openxmlformats.org/officeDocument/2006/relationships/font" Target="fonts/HelveticaNeue-boldItalic.fntdata"/><Relationship Id="rId14" Type="http://schemas.openxmlformats.org/officeDocument/2006/relationships/font" Target="fonts/HelveticaNeue-italic.fntdata"/><Relationship Id="rId17" Type="http://schemas.openxmlformats.org/officeDocument/2006/relationships/font" Target="fonts/HelveticaNeueLight-bold.fntdata"/><Relationship Id="rId16" Type="http://schemas.openxmlformats.org/officeDocument/2006/relationships/font" Target="fonts/HelveticaNeueLight-regular.fntdata"/><Relationship Id="rId5" Type="http://schemas.openxmlformats.org/officeDocument/2006/relationships/slide" Target="slides/slide1.xml"/><Relationship Id="rId19" Type="http://schemas.openxmlformats.org/officeDocument/2006/relationships/font" Target="fonts/HelveticaNeueLight-boldItalic.fntdata"/><Relationship Id="rId6" Type="http://schemas.openxmlformats.org/officeDocument/2006/relationships/slide" Target="slides/slide2.xml"/><Relationship Id="rId18" Type="http://schemas.openxmlformats.org/officeDocument/2006/relationships/font" Target="fonts/HelveticaNeueLight-italic.fntdata"/><Relationship Id="rId7" Type="http://schemas.openxmlformats.org/officeDocument/2006/relationships/slide" Target="slides/slide3.xml"/><Relationship Id="rId8" Type="http://schemas.openxmlformats.org/officeDocument/2006/relationships/font" Target="fonts/Poppi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228600" lvl="2" marL="1371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228600" lvl="3" marL="1828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228600" lvl="4" marL="22860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228600" lvl="5" marL="27432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228600" lvl="6" marL="32004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228600" lvl="7" marL="36576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228600" lvl="8" marL="4114800" marR="0" rtl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200" u="none" cap="none" strike="noStrik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b50e7db56_3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1cb50e7db56_3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3171f09b4_0_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3171f09b4_0_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subtítulo" showMasterSp="0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4B69"/>
              </a:buClr>
              <a:buSzPts val="8000"/>
              <a:buFont typeface="Helvetica Neue"/>
              <a:buNone/>
              <a:defRPr>
                <a:solidFill>
                  <a:srgbClr val="1F4B6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11" name="Google Shape;11;p13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" name="Google Shape;12;p13" title="Cintillo-FC2025_para_log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8756659"/>
            <a:ext cx="13004800" cy="9969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to (horizontal)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/>
          <p:nvPr>
            <p:ph idx="2" type="pic"/>
          </p:nvPr>
        </p:nvSpPr>
        <p:spPr>
          <a:xfrm>
            <a:off x="1623874" y="-41101"/>
            <a:ext cx="9753603" cy="6505789"/>
          </a:xfrm>
          <a:prstGeom prst="rect">
            <a:avLst/>
          </a:prstGeom>
          <a:noFill/>
          <a:ln>
            <a:noFill/>
          </a:ln>
        </p:spPr>
      </p:sp>
      <p:sp>
        <p:nvSpPr>
          <p:cNvPr id="15" name="Google Shape;15;p14"/>
          <p:cNvSpPr txBox="1"/>
          <p:nvPr>
            <p:ph type="title"/>
          </p:nvPr>
        </p:nvSpPr>
        <p:spPr>
          <a:xfrm>
            <a:off x="1079500" y="6235700"/>
            <a:ext cx="104648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4C68"/>
              </a:buClr>
              <a:buSzPts val="8000"/>
              <a:buFont typeface="Helvetica Neue"/>
              <a:buNone/>
              <a:defRPr b="1">
                <a:solidFill>
                  <a:srgbClr val="20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16" name="Google Shape;16;p14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to (vertical)">
  <p:cSld name="Foto (vertical)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5"/>
          <p:cNvSpPr txBox="1"/>
          <p:nvPr>
            <p:ph type="title"/>
          </p:nvPr>
        </p:nvSpPr>
        <p:spPr>
          <a:xfrm>
            <a:off x="-125300" y="668050"/>
            <a:ext cx="10449000" cy="21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4C68"/>
              </a:buClr>
              <a:buSzPts val="6000"/>
              <a:buFont typeface="Helvetica Neue"/>
              <a:buNone/>
              <a:defRPr sz="6000">
                <a:solidFill>
                  <a:srgbClr val="204C6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" type="body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Helvetica Neue"/>
              <a:buNone/>
              <a:defRPr sz="37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Helvetica Neue"/>
              <a:buNone/>
              <a:defRPr sz="37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Helvetica Neue"/>
              <a:buNone/>
              <a:defRPr sz="37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Helvetica Neue"/>
              <a:buNone/>
              <a:defRPr sz="37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Helvetica Neue"/>
              <a:buNone/>
              <a:defRPr sz="3700"/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(arriba)">
  <p:cSld name="Título (arriba)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320075" y="779550"/>
            <a:ext cx="11099700" cy="21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viñetas">
  <p:cSld name="Título y viñeta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7"/>
          <p:cNvSpPr txBox="1"/>
          <p:nvPr>
            <p:ph type="title"/>
          </p:nvPr>
        </p:nvSpPr>
        <p:spPr>
          <a:xfrm>
            <a:off x="320075" y="779550"/>
            <a:ext cx="11099700" cy="21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B6A"/>
              </a:buClr>
              <a:buSzPts val="8000"/>
              <a:buFont typeface="Helvetica Neue"/>
              <a:buNone/>
              <a:defRPr>
                <a:solidFill>
                  <a:srgbClr val="214B6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" type="body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52324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214C68"/>
              </a:buClr>
              <a:buSzPts val="4640"/>
              <a:buFont typeface="Helvetica Neue"/>
              <a:buChar char="●"/>
              <a:defRPr>
                <a:solidFill>
                  <a:srgbClr val="214C68"/>
                </a:solidFill>
              </a:defRPr>
            </a:lvl1pPr>
            <a:lvl2pPr indent="-52324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214C68"/>
              </a:buClr>
              <a:buSzPts val="4640"/>
              <a:buFont typeface="Helvetica Neue"/>
              <a:buChar char="○"/>
              <a:defRPr>
                <a:solidFill>
                  <a:srgbClr val="214C68"/>
                </a:solidFill>
              </a:defRPr>
            </a:lvl2pPr>
            <a:lvl3pPr indent="-523239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214C68"/>
              </a:buClr>
              <a:buSzPts val="4640"/>
              <a:buFont typeface="Helvetica Neue"/>
              <a:buChar char="■"/>
              <a:defRPr>
                <a:solidFill>
                  <a:srgbClr val="214C68"/>
                </a:solidFill>
              </a:defRPr>
            </a:lvl3pPr>
            <a:lvl4pPr indent="-523239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214C68"/>
              </a:buClr>
              <a:buSzPts val="4640"/>
              <a:buFont typeface="Helvetica Neue"/>
              <a:buChar char="●"/>
              <a:defRPr>
                <a:solidFill>
                  <a:srgbClr val="214C68"/>
                </a:solidFill>
              </a:defRPr>
            </a:lvl4pPr>
            <a:lvl5pPr indent="-523239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214C68"/>
              </a:buClr>
              <a:buSzPts val="4640"/>
              <a:buFont typeface="Helvetica Neue"/>
              <a:buChar char="○"/>
              <a:defRPr>
                <a:solidFill>
                  <a:srgbClr val="214C68"/>
                </a:solidFill>
              </a:defRPr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ñetas">
  <p:cSld name="Viñeta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52324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1F4B69"/>
              </a:buClr>
              <a:buSzPts val="4640"/>
              <a:buFont typeface="Helvetica Neue"/>
              <a:buChar char="●"/>
              <a:defRPr>
                <a:solidFill>
                  <a:srgbClr val="1F4B69"/>
                </a:solidFill>
              </a:defRPr>
            </a:lvl1pPr>
            <a:lvl2pPr indent="-52324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1F4B69"/>
              </a:buClr>
              <a:buSzPts val="4640"/>
              <a:buFont typeface="Helvetica Neue"/>
              <a:buChar char="○"/>
              <a:defRPr>
                <a:solidFill>
                  <a:srgbClr val="1F4B69"/>
                </a:solidFill>
              </a:defRPr>
            </a:lvl2pPr>
            <a:lvl3pPr indent="-523239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1F4B69"/>
              </a:buClr>
              <a:buSzPts val="4640"/>
              <a:buFont typeface="Helvetica Neue"/>
              <a:buChar char="■"/>
              <a:defRPr>
                <a:solidFill>
                  <a:srgbClr val="1F4B69"/>
                </a:solidFill>
              </a:defRPr>
            </a:lvl3pPr>
            <a:lvl4pPr indent="-523239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1F4B69"/>
              </a:buClr>
              <a:buSzPts val="4640"/>
              <a:buFont typeface="Helvetica Neue"/>
              <a:buChar char="●"/>
              <a:defRPr>
                <a:solidFill>
                  <a:srgbClr val="1F4B69"/>
                </a:solidFill>
              </a:defRPr>
            </a:lvl4pPr>
            <a:lvl5pPr indent="-523239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1F4B69"/>
              </a:buClr>
              <a:buSzPts val="4640"/>
              <a:buFont typeface="Helvetica Neue"/>
              <a:buChar char="○"/>
              <a:defRPr>
                <a:solidFill>
                  <a:srgbClr val="1F4B69"/>
                </a:solidFill>
              </a:defRPr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, viñetas y foto">
  <p:cSld name="Título, viñetas y foto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/>
          <p:nvPr>
            <p:ph idx="2" type="pic"/>
          </p:nvPr>
        </p:nvSpPr>
        <p:spPr>
          <a:xfrm>
            <a:off x="4086225" y="2586566"/>
            <a:ext cx="9429750" cy="6286501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19"/>
          <p:cNvSpPr txBox="1"/>
          <p:nvPr>
            <p:ph type="title"/>
          </p:nvPr>
        </p:nvSpPr>
        <p:spPr>
          <a:xfrm>
            <a:off x="320075" y="779550"/>
            <a:ext cx="11099700" cy="21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4C68"/>
              </a:buClr>
              <a:buSzPts val="8000"/>
              <a:buFont typeface="Helvetica Neue"/>
              <a:buNone/>
              <a:defRPr>
                <a:solidFill>
                  <a:srgbClr val="204C6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" type="body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86410" lvl="0" marL="4572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204B6A"/>
              </a:buClr>
              <a:buSzPts val="4060"/>
              <a:buFont typeface="Helvetica Neue"/>
              <a:buChar char="●"/>
              <a:defRPr sz="2800">
                <a:solidFill>
                  <a:srgbClr val="204B6A"/>
                </a:solidFill>
              </a:defRPr>
            </a:lvl1pPr>
            <a:lvl2pPr indent="-486410" lvl="1" marL="9144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204B6A"/>
              </a:buClr>
              <a:buSzPts val="4060"/>
              <a:buFont typeface="Helvetica Neue"/>
              <a:buChar char="○"/>
              <a:defRPr sz="2800">
                <a:solidFill>
                  <a:srgbClr val="204B6A"/>
                </a:solidFill>
              </a:defRPr>
            </a:lvl2pPr>
            <a:lvl3pPr indent="-486410" lvl="2" marL="13716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204B6A"/>
              </a:buClr>
              <a:buSzPts val="4060"/>
              <a:buFont typeface="Helvetica Neue"/>
              <a:buChar char="■"/>
              <a:defRPr sz="2800">
                <a:solidFill>
                  <a:srgbClr val="204B6A"/>
                </a:solidFill>
              </a:defRPr>
            </a:lvl3pPr>
            <a:lvl4pPr indent="-486410" lvl="3" marL="18288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204B6A"/>
              </a:buClr>
              <a:buSzPts val="4060"/>
              <a:buFont typeface="Helvetica Neue"/>
              <a:buChar char="●"/>
              <a:defRPr sz="2800">
                <a:solidFill>
                  <a:srgbClr val="204B6A"/>
                </a:solidFill>
              </a:defRPr>
            </a:lvl4pPr>
            <a:lvl5pPr indent="-486410" lvl="4" marL="22860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204B6A"/>
              </a:buClr>
              <a:buSzPts val="4060"/>
              <a:buFont typeface="Helvetica Neue"/>
              <a:buChar char="○"/>
              <a:defRPr sz="2800">
                <a:solidFill>
                  <a:srgbClr val="204B6A"/>
                </a:solidFill>
              </a:defRPr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fotos">
  <p:cSld name="3 foto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/>
          <p:nvPr>
            <p:ph idx="2" type="pic"/>
          </p:nvPr>
        </p:nvSpPr>
        <p:spPr>
          <a:xfrm>
            <a:off x="6680200" y="5029200"/>
            <a:ext cx="6054748" cy="4038600"/>
          </a:xfrm>
          <a:prstGeom prst="rect">
            <a:avLst/>
          </a:prstGeom>
          <a:noFill/>
          <a:ln>
            <a:noFill/>
          </a:ln>
        </p:spPr>
      </p:sp>
      <p:sp>
        <p:nvSpPr>
          <p:cNvPr id="38" name="Google Shape;38;p20"/>
          <p:cNvSpPr/>
          <p:nvPr>
            <p:ph idx="3" type="pic"/>
          </p:nvPr>
        </p:nvSpPr>
        <p:spPr>
          <a:xfrm>
            <a:off x="6502400" y="889000"/>
            <a:ext cx="5867400" cy="3911601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20"/>
          <p:cNvSpPr/>
          <p:nvPr>
            <p:ph idx="4" type="pic"/>
          </p:nvPr>
        </p:nvSpPr>
        <p:spPr>
          <a:xfrm>
            <a:off x="-2374900" y="889000"/>
            <a:ext cx="11982450" cy="7988300"/>
          </a:xfrm>
          <a:prstGeom prst="rect">
            <a:avLst/>
          </a:prstGeom>
          <a:noFill/>
          <a:ln>
            <a:noFill/>
          </a:ln>
        </p:spPr>
      </p:sp>
      <p:sp>
        <p:nvSpPr>
          <p:cNvPr id="40" name="Google Shape;40;p20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">
  <p:cSld name="Cita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i="1" sz="2400"/>
            </a:lvl1pPr>
            <a:lvl2pPr indent="-39433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2pPr>
            <a:lvl3pPr indent="-39433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3pPr>
            <a:lvl4pPr indent="-39433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4pPr>
            <a:lvl5pPr indent="-39433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1270000" y="4267112"/>
            <a:ext cx="10464800" cy="609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4B69"/>
              </a:buClr>
              <a:buSzPts val="3400"/>
              <a:buFont typeface="Helvetica Neue"/>
              <a:buNone/>
              <a:defRPr sz="3400">
                <a:solidFill>
                  <a:srgbClr val="204B69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39433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2pPr>
            <a:lvl3pPr indent="-39433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3pPr>
            <a:lvl4pPr indent="-39433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4pPr>
            <a:lvl5pPr indent="-39433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5pPr>
            <a:lvl6pPr indent="-39433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6pPr>
            <a:lvl7pPr indent="-39433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●"/>
              <a:defRPr/>
            </a:lvl7pPr>
            <a:lvl8pPr indent="-394334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○"/>
              <a:defRPr/>
            </a:lvl8pPr>
            <a:lvl9pPr indent="-394334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610"/>
              <a:buChar char="■"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to">
  <p:cSld name="Foto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/>
          <p:nvPr>
            <p:ph idx="2" type="pic"/>
          </p:nvPr>
        </p:nvSpPr>
        <p:spPr>
          <a:xfrm>
            <a:off x="-486469" y="303241"/>
            <a:ext cx="13977729" cy="9325766"/>
          </a:xfrm>
          <a:prstGeom prst="rect">
            <a:avLst/>
          </a:prstGeom>
          <a:noFill/>
          <a:ln>
            <a:noFill/>
          </a:ln>
        </p:spPr>
      </p:sp>
      <p:sp>
        <p:nvSpPr>
          <p:cNvPr id="47" name="Google Shape;47;p22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>
  <p:cSld name="En blanco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3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(centro)">
  <p:cSld name="Título (centro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4C68"/>
              </a:buClr>
              <a:buSzPts val="8000"/>
              <a:buFont typeface="Helvetica Neue"/>
              <a:buNone/>
              <a:defRPr>
                <a:solidFill>
                  <a:srgbClr val="204C6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18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sz="16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320075" y="779550"/>
            <a:ext cx="11099700" cy="21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6000"/>
              <a:buFont typeface="Poppins"/>
              <a:buNone/>
              <a:defRPr b="1" i="0" sz="6000" u="none" cap="none" strike="noStrike">
                <a:solidFill>
                  <a:srgbClr val="214C68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14C68"/>
              </a:buClr>
              <a:buSzPts val="8000"/>
              <a:buFont typeface="Helvetica Neue"/>
              <a:buNone/>
              <a:defRPr b="0" i="0" sz="8000" u="none" cap="none" strike="noStrike">
                <a:solidFill>
                  <a:srgbClr val="214C6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7" name="Google Shape;7;p12"/>
          <p:cNvSpPr txBox="1"/>
          <p:nvPr>
            <p:ph idx="12" type="sldNum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Helvetica Neue Light"/>
              <a:buNone/>
              <a:defRPr b="0" i="0" sz="1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Google Shape;8;p12" title="Cintillo-Fciencias2025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8891259"/>
            <a:ext cx="13004800" cy="996941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"/>
          <p:cNvSpPr txBox="1"/>
          <p:nvPr/>
        </p:nvSpPr>
        <p:spPr>
          <a:xfrm>
            <a:off x="1253300" y="664400"/>
            <a:ext cx="10529100" cy="66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latin typeface="Poppins"/>
                <a:ea typeface="Poppins"/>
                <a:cs typeface="Poppins"/>
                <a:sym typeface="Poppins"/>
              </a:rPr>
              <a:t>¡Gracias por su interés en utilizar nuestros materiales!</a:t>
            </a:r>
            <a:endParaRPr b="1" sz="34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latin typeface="Poppins"/>
                <a:ea typeface="Poppins"/>
                <a:cs typeface="Poppins"/>
                <a:sym typeface="Poppins"/>
              </a:rPr>
              <a:t>Instrucciones:</a:t>
            </a:r>
            <a:r>
              <a:rPr lang="en-US" sz="3200">
                <a:latin typeface="Poppins"/>
                <a:ea typeface="Poppins"/>
                <a:cs typeface="Poppins"/>
                <a:sym typeface="Poppins"/>
              </a:rPr>
              <a:t> </a:t>
            </a:r>
            <a:endParaRPr sz="32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latin typeface="Poppins"/>
                <a:ea typeface="Poppins"/>
                <a:cs typeface="Poppins"/>
                <a:sym typeface="Poppins"/>
              </a:rPr>
              <a:t>Este documento es de muestra, </a:t>
            </a:r>
            <a:r>
              <a:rPr lang="en-US" sz="2700">
                <a:solidFill>
                  <a:srgbClr val="FF0000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NO</a:t>
            </a:r>
            <a:r>
              <a:rPr lang="en-US" sz="2700">
                <a:latin typeface="Poppins"/>
                <a:ea typeface="Poppins"/>
                <a:cs typeface="Poppins"/>
                <a:sym typeface="Poppins"/>
              </a:rPr>
              <a:t> se puede editar en línea, para modificarlo debe </a:t>
            </a:r>
            <a:r>
              <a:rPr b="1" lang="en-US" sz="2700">
                <a:latin typeface="Poppins"/>
                <a:ea typeface="Poppins"/>
                <a:cs typeface="Poppins"/>
                <a:sym typeface="Poppins"/>
              </a:rPr>
              <a:t>DESCARGARLO.</a:t>
            </a:r>
            <a:endParaRPr b="1" sz="27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latin typeface="Poppins"/>
                <a:ea typeface="Poppins"/>
                <a:cs typeface="Poppins"/>
                <a:sym typeface="Poppins"/>
              </a:rPr>
              <a:t>Descargarlo en Power Point</a:t>
            </a:r>
            <a:endParaRPr b="1" sz="30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latin typeface="Poppins"/>
                <a:ea typeface="Poppins"/>
                <a:cs typeface="Poppins"/>
                <a:sym typeface="Poppins"/>
              </a:rPr>
              <a:t>Ir al menú de  Archivo&gt; Descargar y seleccionar .pptx</a:t>
            </a:r>
            <a:endParaRPr sz="27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latin typeface="Poppins"/>
                <a:ea typeface="Poppins"/>
                <a:cs typeface="Poppins"/>
                <a:sym typeface="Poppins"/>
              </a:rPr>
              <a:t>Descargarlo en presentaciones de Google:</a:t>
            </a:r>
            <a:endParaRPr b="1" sz="3000">
              <a:latin typeface="Poppins"/>
              <a:ea typeface="Poppins"/>
              <a:cs typeface="Poppins"/>
              <a:sym typeface="Poppi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latin typeface="Poppins"/>
                <a:ea typeface="Poppins"/>
                <a:cs typeface="Poppins"/>
                <a:sym typeface="Poppins"/>
              </a:rPr>
              <a:t>Ir al menú de Archivo&gt; Crear una copia&gt; Toda la presentación y seleccionar una carpeta de su Drive como destino.</a:t>
            </a:r>
            <a:endParaRPr sz="2700"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